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7863840" cy="7863840"/>
          </a:xfrm>
          <a:prstGeom prst="ellipse">
            <a:avLst/>
          </a:prstGeom>
          <a:solidFill>
            <a:srgbClr val="4ADE8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548640"/>
            <a:ext cx="786384" cy="786384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54864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36192" y="78638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CLINICWORKS CANNABIS POS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ตั้งค่าระบบให้เสร็จ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66928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setup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66928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ข้อที่เหลือ · ทีละคลิก · สำหรับเจ้าของร้าน  ·  The 8 tasks left, click by click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617720"/>
            <a:ext cx="2286000" cy="1234440"/>
          </a:xfrm>
          <a:prstGeom prst="roundRect">
            <a:avLst>
              <a:gd name="adj" fmla="val 10370"/>
            </a:avLst>
          </a:prstGeom>
          <a:solidFill>
            <a:srgbClr val="141E1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3659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5358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ข้อที่ต้องทำก่อน / do first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4617720"/>
            <a:ext cx="2286000" cy="1234440"/>
          </a:xfrm>
          <a:prstGeom prst="roundRect">
            <a:avLst>
              <a:gd name="adj" fmla="val 10370"/>
            </a:avLst>
          </a:prstGeom>
          <a:solidFill>
            <a:srgbClr val="141E17"/>
          </a:solidFill>
          <a:ln/>
        </p:spPr>
      </p:sp>
      <p:sp>
        <p:nvSpPr>
          <p:cNvPr id="13" name="Text 11"/>
          <p:cNvSpPr/>
          <p:nvPr/>
        </p:nvSpPr>
        <p:spPr>
          <a:xfrm>
            <a:off x="3063240" y="473659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063240" y="5358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ทำในเบราว์เซอร์ / in the browser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4617720"/>
            <a:ext cx="2286000" cy="1234440"/>
          </a:xfrm>
          <a:prstGeom prst="roundRect">
            <a:avLst>
              <a:gd name="adj" fmla="val 10370"/>
            </a:avLst>
          </a:prstGeom>
          <a:solidFill>
            <a:srgbClr val="141E17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473659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5577840" y="535838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ทำได้เรื่อย ๆ / can wait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 Cannabis Clinic · Bangkok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ภาพรวม /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เหลือ 8 ข้อ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still waiting on you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969264"/>
          </a:xfrm>
          <a:prstGeom prst="roundRect">
            <a:avLst>
              <a:gd name="adj" fmla="val 11321"/>
            </a:avLst>
          </a:prstGeom>
          <a:solidFill>
            <a:srgbClr val="141E17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965960"/>
            <a:ext cx="420624" cy="420624"/>
          </a:xfrm>
          <a:prstGeom prst="ellipse">
            <a:avLst/>
          </a:prstGeom>
          <a:solidFill>
            <a:srgbClr val="F43F5E">
              <a:alpha val="2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874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 MASTER_PIN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20370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login PIN — nothing works until this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49240" cy="969264"/>
          </a:xfrm>
          <a:prstGeom prst="roundRect">
            <a:avLst>
              <a:gd name="adj" fmla="val 11321"/>
            </a:avLst>
          </a:prstGeom>
          <a:solidFill>
            <a:srgbClr val="141E17"/>
          </a:solidFill>
          <a:ln/>
        </p:spPr>
      </p:sp>
      <p:sp>
        <p:nvSpPr>
          <p:cNvPr id="11" name="Shape 9"/>
          <p:cNvSpPr/>
          <p:nvPr/>
        </p:nvSpPr>
        <p:spPr>
          <a:xfrm>
            <a:off x="6473952" y="1965960"/>
            <a:ext cx="420624" cy="420624"/>
          </a:xfrm>
          <a:prstGeom prst="ellipse">
            <a:avLst/>
          </a:prstGeom>
          <a:solidFill>
            <a:srgbClr val="F43F5E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59168" y="187452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ต่อ Redis เข้า POS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59168" y="220370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the Redis to the POS project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862072"/>
            <a:ext cx="5349240" cy="969264"/>
          </a:xfrm>
          <a:prstGeom prst="roundRect">
            <a:avLst>
              <a:gd name="adj" fmla="val 11321"/>
            </a:avLst>
          </a:prstGeom>
          <a:solidFill>
            <a:srgbClr val="141E17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" y="3136392"/>
            <a:ext cx="420624" cy="420624"/>
          </a:xfrm>
          <a:prstGeom prst="ellipse">
            <a:avLst/>
          </a:prstGeom>
          <a:solidFill>
            <a:srgbClr val="F43F5E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89888" y="30449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เพิ่มตัวแปรใน dankbkk-site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89888" y="33741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two env names on the website project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2862072"/>
            <a:ext cx="5349240" cy="969264"/>
          </a:xfrm>
          <a:prstGeom prst="roundRect">
            <a:avLst>
              <a:gd name="adj" fmla="val 11321"/>
            </a:avLst>
          </a:prstGeom>
          <a:solidFill>
            <a:srgbClr val="141E1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73952" y="3136392"/>
            <a:ext cx="420624" cy="420624"/>
          </a:xfrm>
          <a:prstGeom prst="ellipse">
            <a:avLst/>
          </a:prstGeom>
          <a:solidFill>
            <a:srgbClr val="C9A84C">
              <a:alpha val="22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73952" y="3136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59168" y="304495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เจนรูปสินค้า 52 รายการ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337413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52 product photos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032504"/>
            <a:ext cx="5349240" cy="969264"/>
          </a:xfrm>
          <a:prstGeom prst="roundRect">
            <a:avLst>
              <a:gd name="adj" fmla="val 11321"/>
            </a:avLst>
          </a:prstGeom>
          <a:solidFill>
            <a:srgbClr val="141E17"/>
          </a:solidFill>
          <a:ln/>
        </p:spPr>
      </p:sp>
      <p:sp>
        <p:nvSpPr>
          <p:cNvPr id="26" name="Shape 24"/>
          <p:cNvSpPr/>
          <p:nvPr/>
        </p:nvSpPr>
        <p:spPr>
          <a:xfrm>
            <a:off x="804672" y="4306824"/>
            <a:ext cx="420624" cy="420624"/>
          </a:xfrm>
          <a:prstGeom prst="ellipse">
            <a:avLst/>
          </a:prstGeom>
          <a:solidFill>
            <a:srgbClr val="C9A84C">
              <a:alpha val="2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04672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89888" y="421538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ตั้งงบ 2 สาขา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89888" y="45445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Petchaboon and Phuket budgets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17920" y="4032504"/>
            <a:ext cx="5349240" cy="969264"/>
          </a:xfrm>
          <a:prstGeom prst="roundRect">
            <a:avLst>
              <a:gd name="adj" fmla="val 11321"/>
            </a:avLst>
          </a:prstGeom>
          <a:solidFill>
            <a:srgbClr val="141E17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3952" y="4306824"/>
            <a:ext cx="420624" cy="420624"/>
          </a:xfrm>
          <a:prstGeom prst="ellipse">
            <a:avLst/>
          </a:prstGeom>
          <a:solidFill>
            <a:srgbClr val="C9A84C">
              <a:alpha val="2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4306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59168" y="421538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ลบโปรเจกต์ซ้ำ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59168" y="454456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the duplicate Vercel project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5202936"/>
            <a:ext cx="5349240" cy="969264"/>
          </a:xfrm>
          <a:prstGeom prst="roundRect">
            <a:avLst>
              <a:gd name="adj" fmla="val 11321"/>
            </a:avLst>
          </a:prstGeom>
          <a:solidFill>
            <a:srgbClr val="141E17"/>
          </a:solidFill>
          <a:ln/>
        </p:spPr>
      </p:sp>
      <p:sp>
        <p:nvSpPr>
          <p:cNvPr id="36" name="Shape 34"/>
          <p:cNvSpPr/>
          <p:nvPr/>
        </p:nvSpPr>
        <p:spPr>
          <a:xfrm>
            <a:off x="804672" y="5477256"/>
            <a:ext cx="420624" cy="420624"/>
          </a:xfrm>
          <a:prstGeom prst="ellipse">
            <a:avLst/>
          </a:prstGeom>
          <a:solidFill>
            <a:srgbClr val="38BDF8">
              <a:alpha val="2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04672" y="5477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389888" y="538581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ตอบเรื่อง 5 หน้าเว็บ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89888" y="57150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me which old pages are still used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217920" y="5202936"/>
            <a:ext cx="5349240" cy="969264"/>
          </a:xfrm>
          <a:prstGeom prst="roundRect">
            <a:avLst>
              <a:gd name="adj" fmla="val 11321"/>
            </a:avLst>
          </a:prstGeom>
          <a:solidFill>
            <a:srgbClr val="141E17"/>
          </a:solidFill>
          <a:ln/>
        </p:spPr>
      </p:sp>
      <p:sp>
        <p:nvSpPr>
          <p:cNvPr id="41" name="Shape 39"/>
          <p:cNvSpPr/>
          <p:nvPr/>
        </p:nvSpPr>
        <p:spPr>
          <a:xfrm>
            <a:off x="6473952" y="5477256"/>
            <a:ext cx="420624" cy="420624"/>
          </a:xfrm>
          <a:prstGeom prst="ellipse">
            <a:avLst/>
          </a:prstGeom>
          <a:solidFill>
            <a:srgbClr val="38BDF8">
              <a:alpha val="2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73952" y="5477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59168" y="538581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เลือกแหล่งเมนูเว็บ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059168" y="571500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website menu source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48640" y="594360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594360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สีแดง = ทำก่อน · เหลือง = ทำได้เรื่อย ๆ · ฟ้า = แค่ตอบผมกลับมา   |   Red first, amber can wait, blue just needs an answer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ต้องทำก่อน / DO THIS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ตั้ง MASTER_PIN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thing that blocks everything else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3856" y="1581912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เปิดเบราว์เซอร์ ไป vercel.com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3856" y="1901952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แอป Vercel บนมือถือแก้ตรงนี้ไม่ได้ ต้องใช้เบราว์เซอร์ · The Vercel app cannot edit env vars — use a browser.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" y="2313432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เลือกโปรเจกต์ dank-medical-pos-app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090672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90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3044952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Environment Variables → Add New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822192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3856" y="3776472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MASTER_PIN   ·   Value: เลข 6 หลักใหม่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33856" y="4096512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ห้ามใช้ 110114 — เลขเดิมหลุดสู่สาธารณะแล้ว · Never 110114, that number is public.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53712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33856" y="4507992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ติ๊ก Production + Preview + Development → Save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548640" y="5285232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33856" y="5239512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 → Redeploy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949440" y="1828800"/>
            <a:ext cx="4663440" cy="1005840"/>
          </a:xfrm>
          <a:prstGeom prst="roundRect">
            <a:avLst>
              <a:gd name="adj" fmla="val 9091"/>
            </a:avLst>
          </a:prstGeom>
          <a:solidFill>
            <a:srgbClr val="0B120E"/>
          </a:solidFill>
          <a:ln w="12700">
            <a:solidFill>
              <a:srgbClr val="2636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0608" y="1956816"/>
            <a:ext cx="4261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MASTER_PIN = 482913        (ตัวอย่าง / example)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STAFF_PINS = {...}         (ไม่บังคับ / optional)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49440" y="3063240"/>
            <a:ext cx="4663440" cy="2286000"/>
          </a:xfrm>
          <a:prstGeom prst="roundRect">
            <a:avLst>
              <a:gd name="adj" fmla="val 4800"/>
            </a:avLst>
          </a:prstGeom>
          <a:solidFill>
            <a:srgbClr val="141E17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3200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ทำแล้วได้อะไร / What this unlocks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23760" y="35844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พนักงาน login ได้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23760" y="40050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ช่องโหว่ตั้ง PIN เองปิดตัวเอง ทันที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223760" y="4425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ระบบกันเดา PIN เริ่มทำงาน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48640" y="589788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89788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ยังไม่ตั้ง = ใครก็เข้าหน้า login แล้วตั้ง PIN เป็น CEO ได้ (ทางออกฉุกเฉินที่ยังเปิดอยู่โดยตั้งใจ)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ทำพร้อมข้อ 1 ได้ / SAME VISIT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1b · XAI_API_KEY (ไม่บังคับ)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— only the free-text AI answers need it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3856" y="169164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ลองก๊อปจากของเดิมก่อน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3856" y="2011680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vercel.com → dankbkk-site → Settings → Environment Variables → XAI_API_KEY → กด 👁 copy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" y="2578608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ถ้ากดดูค่าไม่ได้ ให้สร้างใหม่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33856" y="2898648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console.x.ai (ไม่ใช่ grok.com) → API Keys → Create API Key → copy ทันที โชว์ครั้งเดียว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11296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3856" y="3465576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ใส่ใน dank-medical-pos-app แล้ว Redeploy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949440" y="1737360"/>
            <a:ext cx="4663440" cy="2194560"/>
          </a:xfrm>
          <a:prstGeom prst="roundRect">
            <a:avLst>
              <a:gd name="adj" fmla="val 5000"/>
            </a:avLst>
          </a:prstGeom>
          <a:solidFill>
            <a:srgbClr val="141E17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ไม่มี key ก็ใช้ได้ / Works without 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22860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ขาย นับสต๊อก CRM บาร์ — ปกติทุกอย่าง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223760" y="27432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ปุ่ม 🤖 สอนใช้แอปได้ครบ 21 หน้า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32004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ขาดแค่: ถามคำถามอิสระกับ AI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16052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Grok 999฿/เดือน ≠ xAI API — คนละระบบ · API ต้องเติมเครดิตแยกที่ console.x.ai (ขั้นต่ำ ~$5 ใช้ได้นานมาก)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7492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ค่าใช้จ่ายจริงของเรา: ปุ่ม 🤖 ถูกกดไม่บ่อย ประมาณหลักสิบบาทต่อเดือน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ต้องทำก่อน / DO THIS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ต่อ Redis เข้า POS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the Redis you already made to the POS project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3856" y="173736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vercel.com → Integrations → upstash-dankwebsite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33856" y="2624328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 Connect Project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33856" y="3511296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เลือก dank-medical-pos-app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33856" y="3831336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ตอนนี้ต่อไว้แค่ dankbkk-site เท่านั้น · Right now only dankbkk-site is attached.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443984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33856" y="4398264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 Connect แล้ว Redeploy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949440" y="1783080"/>
            <a:ext cx="4663440" cy="1965960"/>
          </a:xfrm>
          <a:prstGeom prst="roundRect">
            <a:avLst>
              <a:gd name="adj" fmla="val 5581"/>
            </a:avLst>
          </a:prstGeom>
          <a:solidFill>
            <a:srgbClr val="141E17"/>
          </a:solidFill>
          <a:ln/>
        </p:spPr>
      </p:sp>
      <p:sp>
        <p:nvSpPr>
          <p:cNvPr id="19" name="Text 17"/>
          <p:cNvSpPr/>
          <p:nvPr/>
        </p:nvSpPr>
        <p:spPr>
          <a:xfrm>
            <a:off x="7223760" y="1938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ไม่ต้องก๊อปตัวแปรเอง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223760" y="228600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โค้ดฝั่ง POS แก้ให้รับชื่อ KV_* ของ Vercel ไว้แล้ว ต่อเสร็จใช้ได้เลย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POS code already accepts Vercel's KV_* names — connecting is enough.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02920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ทำไมต้องมี: /api/staff-auth, /api/grok, /api/storehub/* นับจำนวนครั้งกันสแปมผ่าน Redis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89788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89788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ไม่มี Redis = ตัวนับแยกกันคนละเครื่อง คนเดา PIN กระจายคำขอไปหลายเครื่องได้เรื่อย ๆ ไม่โดนบล็อก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ต้องทำก่อน / DO THIS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เพิ่มตัวแปรใน dankbkk-site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env names the website project still needs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3856" y="173736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เอาค่ามาก่อน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3856" y="2057400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dankbkk-site → Settings → Environment Variables → กด 👁 ที่ KV_REST_API_URL และ KV_REST_API_TOKEN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" y="2624328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กดดูค่าไม่ได้? ไปเอาที่ต้นทาง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33856" y="2944368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console.upstash.com → DB upstash-dankwebsite → แท็บ REST API → Show secret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3856" y="3511296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ทีละตัว ตามตารางขวา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" y="4398264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ติ๊ก 3 ช่อง → Save → Redeploy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949440" y="1783080"/>
            <a:ext cx="4663440" cy="1828800"/>
          </a:xfrm>
          <a:prstGeom prst="roundRect">
            <a:avLst>
              <a:gd name="adj" fmla="val 5000"/>
            </a:avLst>
          </a:prstGeom>
          <a:solidFill>
            <a:srgbClr val="0B120E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0608" y="1911096"/>
            <a:ext cx="426110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UPSTASH_REDIS_REST_URL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ค่าเดียวกับ KV_REST_API_URL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UPSTASH_REDIS_REST_TOKEN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= ค่าเดียวกับ KV_REST_API_TOKEN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502920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02920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ค่าเดิมอย่าลบ — ใส่เพิ่มให้มีทั้งสองชื่อคู่กัน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89788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89788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ทำไมผมทำให้ไม่ได้: dankbkk-site เป็น repo ส่วนตัวแยกต่างหาก โค้ดในนั้นยังอ่านชื่อเก่าอยู่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ตรวจสอบ / VERIFY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เช็คว่าสำเร็จไหม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confirm it worked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เปิดลิงก์นี้หลัง Redeploy เสร็จ / Open this after the redeploy finishes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0B120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093976"/>
            <a:ext cx="10661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https://dank-medical-pos-app.vercel.app/api/health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41E17"/>
          </a:solidFill>
          <a:ln w="19050">
            <a:solidFill>
              <a:srgbClr val="2F6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34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สำเร็จ / working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"storage":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"redis": true,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"via": "KV_REST_API_*",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"note": "shared store OK"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269748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41E17"/>
          </a:solidFill>
          <a:ln w="19050">
            <a:solidFill>
              <a:srgbClr val="6B4A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834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ยังไม่ติด / not attached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46520" y="3200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"storage": {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"redis": false,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"via": null,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"note": "in-memory fallback"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4A2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920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MASTER_PIN เช็คแยก: เปิดแอปแล้วลอง login ด้วย PIN ใหม่ · เข้าได้ = สำเร็จ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80644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8064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ปลอดภัย: หน้านี้บอกแค่ชื่อตัวแปรที่เจอ ไม่โชว์ค่า token — ส่งรูปให้ผมดูได้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ทำได้เรื่อย ๆ / CAN WAIT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เจนรูปสินค้า 52 รายการ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the 52 product photos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3856" y="169164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เปิดไฟล์ที่ผมส่งให้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33856" y="2011680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product-image-prompts.txt — ก๊อปง่ายกว่าบนมือถือ · the .txt copies more easily than the PDF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3856" y="242316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gemini.google.com เลือกโหมดสร้างรูป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33856" y="315468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ก๊อป prompt ทีละตัว วาง กดส่ง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33856" y="3474720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อย่าแก้ท่อนท้าย ไม่งั้นรูปจะไม่เป็นชุดเดียวกัน · Do not edit the style clause.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" y="388620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ตั้งชื่อไฟล์ตามเลข เช่น 01-crunch-berrie.jpg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33856" y="4617720"/>
            <a:ext cx="5449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ส่งกลับมาให้ผม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33856" y="4937760"/>
            <a:ext cx="5449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ผมย่อขนาด ครอป และใส่เข้าระบบให้ · I will resize, crop and wire them in.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1783080"/>
            <a:ext cx="4663440" cy="2148840"/>
          </a:xfrm>
          <a:prstGeom prst="roundRect">
            <a:avLst>
              <a:gd name="adj" fmla="val 5106"/>
            </a:avLst>
          </a:prstGeom>
          <a:solidFill>
            <a:srgbClr val="141E17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938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ใส่ที่เดียว ขึ้น 2 ที่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23760" y="22860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ตอนนี้ POS ดึงรูปจากแคตตาล็อกเว็บตามชื่อแล้ว — เพิ่มรูปที่เดียวขึ้นทั้ง POS และเว็บลูกค้าพร้อมกัน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521208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1208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ถ้า Gemini ไม่ยอมสร้างรูปกัญชา: เปลี่ยน cannabis flower bud เป็น dried herbal flower bud แล้วลองใหม่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603504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60350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เริ่มจาก Exotics 16 ตัวก่อนคุ้มสุด — เป็นของขายดีที่ลูกค้าดูบ่อยที่สุด · อาหารแนะนำถ่ายเองจากจานจริง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ทำได้เรื่อย ๆ / CAN WAIT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ตั้งงบ 2 สาขา   |   6 · ลบโปรเจกต์ซ้ำ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budgets, and the duplicate Vercel project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ตั้งงบ Petchaboon และ Phuket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52144" y="2057400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เปิดแอป → แท็บ การเงิน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990088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52144" y="2944368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กด 💸 แล้วกด ✏ แก้งบ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877056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" y="3831336"/>
            <a:ext cx="4718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ใส่ค่าใช้จ่ายคงที่ต่อเดือนของแต่ละสาขา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52144" y="4151376"/>
            <a:ext cx="4718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ตอนนี้เป็น 0 ทำให้กำไรสุทธิ 2 สาขานี้ไม่ตรง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09360" y="16916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ลบ dankbkk-site-4jrn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27648" y="210312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21031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12864" y="2057400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เช็คก่อนว่าโดเมนจริงชี้ที่ตัวไหน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912864" y="2377440"/>
            <a:ext cx="4626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ตัวที่ลูกค้าเข้าจริง เก็บไว้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27648" y="2990088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2" name="Text 20"/>
          <p:cNvSpPr/>
          <p:nvPr/>
        </p:nvSpPr>
        <p:spPr>
          <a:xfrm>
            <a:off x="6327648" y="2990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12864" y="2944368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ตัวที่ไม่ได้ใช้ → Settings → Delete Project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327648" y="3877056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5" name="Text 23"/>
          <p:cNvSpPr/>
          <p:nvPr/>
        </p:nvSpPr>
        <p:spPr>
          <a:xfrm>
            <a:off x="6327648" y="3877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12864" y="3831336"/>
            <a:ext cx="4626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เหลือโปรเจกต์เดียว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12864" y="4151376"/>
            <a:ext cx="46268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ไม่งั้นต้องตั้ง env ซ้ำสองที่ตลอดไป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76072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ทั้งสองโปรเจกต์ deploy จาก repo เดียวกัน — ชื่อที่ลงท้าย -4jrn มักเป็นตัวที่ Vercel สร้างซ้ำตอน import รอบสอง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แค่ตอบผมกลับมา / JUST TELL 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5 หน้าเว็บ   |   8 · แหล่งเมนู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decisions only you can make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16916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หน้าไหนยังใช้อยู่บ้าง?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41E1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labels.html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พิมพ์ป้าย QR สินค้า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41E1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807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staff.html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03580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Console ของเว็บเก่า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41E1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655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build-your-joint.html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69417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หน้าลูกค้าประกอบจอยท์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078224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41E17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239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status.html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435254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หน้าเช็คสถานะ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736592"/>
            <a:ext cx="5394960" cy="548640"/>
          </a:xfrm>
          <a:prstGeom prst="roundRect">
            <a:avLst>
              <a:gd name="adj" fmla="val 16667"/>
            </a:avLst>
          </a:prstGeom>
          <a:solidFill>
            <a:srgbClr val="141E1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823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F5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SUMMARY.html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01091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เอกสารภาพรวมระบบ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169164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เมนูเว็บลูกค้าใช้ชุดไหน?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21031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141E17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2267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รายการ (จัดแล้ว)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83680" y="26060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ชื่อสวย มีรูป มีคำบรรยาย แต่ไม่ครบทุกตัวที่ขาย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347472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141E17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6393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 รายการ (ดิบจาก StoreHub)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83680" y="39776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ครบทุกตัว แต่ชื่อเป็น ( Bar ) Tequila shot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85216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ตอบกลับมาแค่ 2 บรรทัดก็พอ — เดี๋ยวผมจัดการที่เหลือให้ทั้งหมด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เสร็จแล้ว / DONE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ที่เสร็จไปแล้วรอบนี้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done — no action needed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" y="195681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8836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StoreHub ต่อติดแล้ว 396 สินค้า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73736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10" name="Shape 8"/>
          <p:cNvSpPr/>
          <p:nvPr/>
        </p:nvSpPr>
        <p:spPr>
          <a:xfrm>
            <a:off x="4498848" y="195681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8836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ปิดช่องโหว่ตั้ง PIN เอง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10144" y="173736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0" y="195681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956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68512" y="18836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ราคาฟีดต่ำกว่าจริง 7% แก้แล้ว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18" name="Shape 16"/>
          <p:cNvSpPr/>
          <p:nvPr/>
        </p:nvSpPr>
        <p:spPr>
          <a:xfrm>
            <a:off x="768096" y="291693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07008" y="28437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ชื่อลูกค้าขึ้นในบิลแล้ว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9392" y="269748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22" name="Shape 20"/>
          <p:cNvSpPr/>
          <p:nvPr/>
        </p:nvSpPr>
        <p:spPr>
          <a:xfrm>
            <a:off x="4498848" y="291693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8437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บิลแถมโชว์ขาดทุนผิด แก้แล้ว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10144" y="269748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0" y="291693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68512" y="28437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นับยอด/จำนวนครั้งจากบิลจริง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" y="387705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07008" y="3803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เข้า-ออกกะ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79392" y="365760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34" name="Shape 32"/>
          <p:cNvSpPr/>
          <p:nvPr/>
        </p:nvSpPr>
        <p:spPr>
          <a:xfrm>
            <a:off x="4498848" y="387705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498848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37760" y="3803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แท็บบาร์ 14 สูตร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10144" y="365760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0" y="387705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68512" y="3803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รูปสินค้าจากเว็บขึ้น POS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461772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42" name="Shape 40"/>
          <p:cNvSpPr/>
          <p:nvPr/>
        </p:nvSpPr>
        <p:spPr>
          <a:xfrm>
            <a:off x="768096" y="483717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68096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207008" y="47640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จอลูกค้า CDS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279392" y="461772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46" name="Shape 44"/>
          <p:cNvSpPr/>
          <p:nvPr/>
        </p:nvSpPr>
        <p:spPr>
          <a:xfrm>
            <a:off x="4498848" y="483717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4498848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937760" y="47640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หน้าเว็บ /landing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010144" y="4617720"/>
            <a:ext cx="3520440" cy="786384"/>
          </a:xfrm>
          <a:prstGeom prst="roundRect">
            <a:avLst>
              <a:gd name="adj" fmla="val 11628"/>
            </a:avLst>
          </a:prstGeom>
          <a:solidFill>
            <a:srgbClr val="141E17"/>
          </a:solidFill>
          <a:ln/>
        </p:spPr>
      </p:sp>
      <p:sp>
        <p:nvSpPr>
          <p:cNvPr id="50" name="Shape 48"/>
          <p:cNvSpPr/>
          <p:nvPr/>
        </p:nvSpPr>
        <p:spPr>
          <a:xfrm>
            <a:off x="8229600" y="4837176"/>
            <a:ext cx="347472" cy="347472"/>
          </a:xfrm>
          <a:prstGeom prst="ellipse">
            <a:avLst/>
          </a:prstGeom>
          <a:solidFill>
            <a:srgbClr val="4ADE80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229600" y="4837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668512" y="476402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คู่มือ SOP 17 สไลด์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8640" y="5806440"/>
            <a:ext cx="11064240" cy="749808"/>
          </a:xfrm>
          <a:prstGeom prst="roundRect">
            <a:avLst>
              <a:gd name="adj" fmla="val 13415"/>
            </a:avLst>
          </a:prstGeom>
          <a:solidFill>
            <a:srgbClr val="1D2A20"/>
          </a:solidFill>
          <a:ln/>
        </p:spPr>
      </p:sp>
      <p:sp>
        <p:nvSpPr>
          <p:cNvPr id="54" name="Text 52"/>
          <p:cNvSpPr/>
          <p:nvPr/>
        </p:nvSpPr>
        <p:spPr>
          <a:xfrm>
            <a:off x="868680" y="5806440"/>
            <a:ext cx="10424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ทั้งหมดนี้ทดสอบแล้วและขึ้นเว็บจริงแล้ว — ไม่ต้องทำอะไรเพิ่ม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F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3108960"/>
            <a:ext cx="7863840" cy="7863840"/>
          </a:xfrm>
          <a:prstGeom prst="ellipse">
            <a:avLst/>
          </a:prstGeom>
          <a:solidFill>
            <a:srgbClr val="4ADE80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1089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สรุป / THE ORDER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530352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ทำตามลำดับนี้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66928" y="113385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it in this order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33856" y="1737360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เปิดเบราว์เซอร์ ไป vercel.com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33856" y="2057400"/>
            <a:ext cx="6364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แอปมือถือแก้ env ไม่ได้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70048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6700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33856" y="2624328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dank-medical-pos-app: ใส่ MASTER_PIN (+ XAI_API_KEY ถ้ามี)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3856" y="3511296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ต่อ Redis เข้า dank-medical-pos-app แล้ว Redeploy ครั้งเดียวจบ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443984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43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33856" y="4398264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dankbkk-site: เพิ่ม UPSTASH_REDIS_REST_URL + _TOKEN → Redeploy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5330952"/>
            <a:ext cx="402336" cy="402336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330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52E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33856" y="5285232"/>
            <a:ext cx="6364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5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/api/health ถ่ายรูปส่งมาให้ผม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33856" y="5605272"/>
            <a:ext cx="6364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ผมจะเช็คให้ว่าครบหรือยัง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2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ที่เหลือ (รูปสินค้า งบสาขา ลบโปรเจกต์ซ้ำ) ทำตอนไหนก็ได้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172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dank-medical-pos-app.vercel.app   ·   /?cds=1 จอลูกค้า   ·   /landing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ClinicWorks — Setup Guide</dc:title>
  <dc:subject>PptxGenJS Presentation</dc:subject>
  <dc:creator>ClinicWorks Cannabis</dc:creator>
  <cp:lastModifiedBy>ClinicWorks Cannabis</cp:lastModifiedBy>
  <cp:revision>1</cp:revision>
  <dcterms:created xsi:type="dcterms:W3CDTF">2026-08-13T22:30:33Z</dcterms:created>
  <dcterms:modified xsi:type="dcterms:W3CDTF">2026-08-13T22:30:33Z</dcterms:modified>
</cp:coreProperties>
</file>