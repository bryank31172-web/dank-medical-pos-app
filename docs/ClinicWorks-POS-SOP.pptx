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5352" y="758952"/>
            <a:ext cx="5340096" cy="3383280"/>
          </a:xfrm>
          <a:prstGeom prst="roundRect">
            <a:avLst>
              <a:gd name="adj" fmla="val 2432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3" name="Image 0" descr="/tmp/claude-0/-home-user-DANK-MEDICAL-POS-APP/b4eeae3c-e4a2-507b-bffa-0cae949f2dfb/scratchpad/sop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822960"/>
            <a:ext cx="5212080" cy="3255264"/>
          </a:xfrm>
          <a:prstGeom prst="rect">
            <a:avLst/>
          </a:prstGeom>
        </p:spPr>
      </p:pic>
      <p:pic>
        <p:nvPicPr>
          <p:cNvPr id="4" name="Image 1" descr="/tmp/claude-0/-home-user-DANK-MEDICAL-POS-APP/b4eeae3c-e4a2-507b-bffa-0cae949f2dfb/scratchpad/sop/logo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68680"/>
            <a:ext cx="2743200" cy="5852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78308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&amp; User Manual</a:t>
            </a:r>
            <a:endParaRPr lang="en-US" sz="3900" dirty="0"/>
          </a:p>
          <a:p>
            <a:pPr indent="0" marL="0">
              <a:buNone/>
            </a:pPr>
            <a:r>
              <a:rPr lang="en-US" sz="1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คู่มือการใช้งานและขั้นตอนปฏิบัติงานมาตรฐาน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548640" y="33832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of Sale · Inventory · Shift Control · Dashboard · AI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ระบบขายหน้าร้าน · สต๊อก · ควบคุมกะ · แดชบอร์ด · ผู้ช่วย AI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489204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0017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https://dank-medical-pos-app.vercel.app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Chrome / Edge on POS computers and tablets · every screen also in EN · ไทย · 中文 · 日本語 · မြန်မာ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ใช้บน Chrome / Edge ทั้งคอมหน้าร้านและแท็บเล็ต · รองรับ 5 ภาษา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 Cannabis Clinic Bangkok · Version Aug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 runs the whole shop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แอปเดียวคุมทั้งร้าน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02736" cy="1481328"/>
          </a:xfrm>
          <a:prstGeom prst="roundRect">
            <a:avLst>
              <a:gd name="adj" fmla="val 493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99616"/>
            <a:ext cx="32735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Sell / ขาย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grid, cart, member discounts, cash · transfer · credit · crypto payments.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ตะกร้าขาย ส่วนลดสมาชิก รับเงินสด/โอน/บัตร/คริปโต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24528" y="1371600"/>
            <a:ext cx="3602736" cy="1481328"/>
          </a:xfrm>
          <a:prstGeom prst="roundRect">
            <a:avLst>
              <a:gd name="adj" fmla="val 493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499616"/>
            <a:ext cx="32735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Shift control / ควบคุมกะ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clock-in and clock-out counts and weighs all stock — with a mandatory scale check first.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เข้า-ออกงานต้องนับ/ชั่งสต๊อกทุกครั้ง พร้อมเช็คเครื่องชั่งก่อนเสมอ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46136" y="1371600"/>
            <a:ext cx="3602736" cy="1481328"/>
          </a:xfrm>
          <a:prstGeom prst="roundRect">
            <a:avLst>
              <a:gd name="adj" fmla="val 493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0728" y="1499616"/>
            <a:ext cx="32735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 / แดชบอร์ด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profit, charts by branch and category, daily trend — filtered by period and branch.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ยอดขาย กำไร กราฟรายสาขา/หมวด เลือกช่วงเวลาและสาขาได้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3602736" cy="1481328"/>
          </a:xfrm>
          <a:prstGeom prst="roundRect">
            <a:avLst>
              <a:gd name="adj" fmla="val 493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127248"/>
            <a:ext cx="32735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Stock / สต๊อก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stock from StoreHub, receive to back-store, transfer, waste, full audit log.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สต๊อกสดจาก StoreHub รับของเข้าหลังร้าน ย้าย/ตัดของเสีย มี audit log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24528" y="2999232"/>
            <a:ext cx="3602736" cy="1481328"/>
          </a:xfrm>
          <a:prstGeom prst="roundRect">
            <a:avLst>
              <a:gd name="adj" fmla="val 493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127248"/>
            <a:ext cx="32735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Customers / ลูกค้า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with member cards (DK- code), QR deep-link, points and purchase history.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ระบบสมาชิก บัตร DK- สแกน QR เลือกลูกค้าอัตโนมัติ สะสมแต้ม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46136" y="2999232"/>
            <a:ext cx="3602736" cy="1481328"/>
          </a:xfrm>
          <a:prstGeom prst="roundRect">
            <a:avLst>
              <a:gd name="adj" fmla="val 493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3127248"/>
            <a:ext cx="32735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Bryan AI / ผู้ช่วย AI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 about sales, stock or how-to; per-tab analysis; receipt photo scanning.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ถามได้ทุกเรื่อง วิเคราะห์แต่ละหน้า สแกนรูปใบเสร็จอัตโนมัติ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00816" cy="1554480"/>
          </a:xfrm>
          <a:prstGeom prst="roundRect">
            <a:avLst>
              <a:gd name="adj" fmla="val 4706"/>
            </a:avLst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4632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flows / ข้อมูลวิ่งยังไง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&amp; sales sync live from StoreHub through a protected proxy. Staff, shifts, expenses and audit history live on each device (localStorage) — so the shop keeps selling even if internet drops.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สินค้าและยอดขาย sync สดจาก StoreHub ผ่าน proxy ที่ล็อกไว้ · ข้อมูลพนักงาน กะ ค่าใช้จ่าย และ audit เก็บในเครื่อง — เน็ตหลุดร้านก็ยังขายต่อได้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01 — GETTING 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with your PIN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เข้าระบบด้วยรหัส PIN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73952" y="1353312"/>
            <a:ext cx="5202936" cy="3300984"/>
          </a:xfrm>
          <a:prstGeom prst="roundRect">
            <a:avLst>
              <a:gd name="adj" fmla="val 2493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5074920" cy="31729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46725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 / หน้าเข้าระบบ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1832" y="1417320"/>
            <a:ext cx="5321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POS in Chrome or Edge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POS บน Chrome หรือ Edge — dank-medical-pos-app.vercel.app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231136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41832" y="2203704"/>
            <a:ext cx="5321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6-digit PIN on the keypad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กดรหัส PIN 6 หลักของคุณบนแป้นตัวเลข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3017520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41832" y="2990088"/>
            <a:ext cx="5321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logs you in with your own role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ระบบพาเข้าตามสิทธิ์ของคุณ — owner / manager / budtender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803904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1832" y="3776472"/>
            <a:ext cx="5321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PIN shows ❌ Invalid PIN — 8 tries per 5 min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ผิดขึ้น ❌ Invalid PIN — จำกัด 8 ครั้งต่อ 5 นาที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4983480"/>
            <a:ext cx="11100816" cy="1298448"/>
          </a:xfrm>
          <a:prstGeom prst="roundRect">
            <a:avLst>
              <a:gd name="adj" fmla="val 5634"/>
            </a:avLst>
          </a:prstGeom>
          <a:solidFill>
            <a:srgbClr val="151C1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10235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on a new device / เครื่องใหม่ยังไม่มีชื่อคุณ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“สมัครสมาชิก” under the keypad → scroll to “เลือกชื่อของคุณ / Your name” → pick your name → set a 6-digit PIN twice → “🔑 ตั้ง PIN + เข้าใช้งาน”. Never reuse an old PIN.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“สมัครสมาชิก” ใต้แป้นตัวเลข → เลื่อนไป “เลือกชื่อของคุณ” → เลือกชื่อตัวเอง → ตั้ง PIN 6 หลัก 2 ครั้ง → กด “🔑 ตั้ง PIN + เข้าใช้งาน” · ห้ามใช้ PIN เก่าซ้ำ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02 — SELLING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product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หน้าขาย — หาสินค้า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6803136" cy="4297680"/>
          </a:xfrm>
          <a:prstGeom prst="roundRect">
            <a:avLst>
              <a:gd name="adj" fmla="val 1915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2-s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69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tab / แท็บขาย — ดอกขึ้นก่อนเสมอ (Exotics → Top Shelf → Midgrade)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44475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6992" y="141732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branch &amp; business at the top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เลือกสาขาและธุรกิจ (ร้าน/บาร์) ที่แถบบน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2340864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6992" y="2313432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category — flower always first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กดหมวดสินค้า — ดอกมาก่อนเสมอ ตามเกรด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3236976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36992" y="3209544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box finds by name or tag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ช่องค้นหา พิมพ์ชื่อหรือแท็กได้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4133088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36992" y="4105656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card to add it to the cart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แตะการ์ดสินค้าเพื่อใส่ตะกร้า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98080" y="5138928"/>
            <a:ext cx="4114800" cy="1170432"/>
          </a:xfrm>
          <a:prstGeom prst="roundRect">
            <a:avLst>
              <a:gd name="adj" fmla="val 6250"/>
            </a:avLst>
          </a:prstGeom>
          <a:solidFill>
            <a:srgbClr val="151C1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524865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stock label / ดูป้ายสต๊อก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“-9 left” in red = system count is wrong. Tell a manager, never guess.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เลขแดงติดลบ = สต๊อกระบบผิด แจ้งผู้จัดการ ห้ามเดาเอง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02 — SELLING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member &amp; payment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ตะกร้า สมาชิก และรับเงิน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6803136" cy="4297680"/>
          </a:xfrm>
          <a:prstGeom prst="roundRect">
            <a:avLst>
              <a:gd name="adj" fmla="val 1915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3-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69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panel / แผงตะกร้า — ส่วนลดใช้ได้เมื่อเลือกลูกค้าแล้วเท่านั้น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39903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6992" y="137160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quantity with − / +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ปรับจำนวนด้วยปุ่ม − / +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2148840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6992" y="212140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customer — scan their DK- QR or type member ID / phone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เลือกลูกค้า — สแกน QR บัตร DK- หรือพิมพ์รหัส/เบอร์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304495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36992" y="301752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discount (% / ฿ / Happy Hour) — blocked for walk-ins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ใส่ส่วนลด (% / ฿ / HH) — ลูกค้า walk-in ลดไม่ได้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3941064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36992" y="3913632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payment: Cash · Transfer · Credit · Crypto · DuckyPay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รับเงิน: เงินสด · โอน · บัตร · คริปโต · DuckyPay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98080" y="4837176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0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936992" y="4809744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✅ ขาย / Checkout — stock cuts automatically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✅ ขาย / Checkout — ระบบตัดสต๊อกให้ทันที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498080" y="6035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Voids need a manager PIN and a reason — every void is logged. </a:t>
            </a:r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 Void ต้องใช้ PIN ผู้จัดการ + เหตุผล และถูกบันทึกทุกครั้ง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03 — SHIFTS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in, clock out — stock counted both ways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เข้ากะ-ออกกะ นับสต๊อกทั้งขาเข้าและขาออก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73952" y="1353312"/>
            <a:ext cx="5202936" cy="3300984"/>
          </a:xfrm>
          <a:prstGeom prst="roundRect">
            <a:avLst>
              <a:gd name="adj" fmla="val 2493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8-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5074920" cy="31729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46725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tab / แท็บกะ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51C1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46304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In + count  </a:t>
            </a:r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เข้ากะ + นับสต๊อก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230428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51C1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30428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check  </a:t>
            </a:r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เช็คเครื่องชั่ง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3145536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51C1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14553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/ weigh all  </a:t>
            </a:r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นับ/ชั่งทุก SKU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86784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51C18"/>
          </a:solidFill>
          <a:ln w="12700">
            <a:solidFill>
              <a:srgbClr val="9AA6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98678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the shift  </a:t>
            </a:r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ทำงานตามกะ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" y="4828032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51C1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82803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Out + count + cash  </a:t>
            </a:r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ออกกะ + นับ + เงินสด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5742432"/>
            <a:ext cx="11100816" cy="658368"/>
          </a:xfrm>
          <a:prstGeom prst="roundRect">
            <a:avLst>
              <a:gd name="adj" fmla="val 11111"/>
            </a:avLst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7424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Shrinkage shows immediately and belongs to one shift — not to “someone, sometime”.  </a:t>
            </a:r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ของหายเห็นทันทีและชี้ได้ว่าเกิดกะไหน — ไม่ใช่ “ใครก็ไม่รู้ เมื่อไหร่ก็ไม่รู้”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03 — SHIFTS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check comes first, every time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เช็คเครื่องชั่งก่อนนับ ทุกครั้ง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6803136" cy="4297680"/>
          </a:xfrm>
          <a:prstGeom prst="roundRect">
            <a:avLst>
              <a:gd name="adj" fmla="val 1915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9-scale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69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check / หน้าเช็คบังคับ — ปุ่มเริ่มนับล็อกจนกว่าจะต่อเครื่องชั่ง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39903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6992" y="137160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tray must read 0.00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ถาดว่างต้องขึ้น 0.00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2148840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6992" y="212140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known weight on (e.g. a ~20 g lighter)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วางของที่รู้น้ำหนัก เช่น ไฟแช็ก ~20g หรือตุ้มเทียบ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3017520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36992" y="299008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on screen must MATCH the scale's own display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ตัวเลขบนจอต้องตรงกับหน้าจอเครื่องชั่ง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3886200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36992" y="385876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→ “✅ เริ่มนับ / Start” unlocks. No scale? “พิมพ์เอง” types it.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ตรงแล้วปุ่มเริ่มนับจะกดได้ · ไม่มีเครื่องชั่งกด “พิมพ์เอง”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98080" y="48920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51C1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5001768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1000× too small = scale set to kg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shows 132 but app shows 0.13? The scale is sending kilograms. Open ⚖ settings → Scale unit → kg.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เครื่องขึ้น 132 แต่แอปขึ้น 0.13 = เครื่องส่งเป็นกิโล ไปที่ ⚖ ตั้งค่า → หน่วยเครื่องชั่ง → kg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03 — SHIFTS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every SKU — tap a row to weigh it big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นับทุก SKU — แตะรายการเพื่อชั่งบนจอใหญ่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07592"/>
            <a:ext cx="5477256" cy="3474720"/>
          </a:xfrm>
          <a:prstGeom prst="roundRect">
            <a:avLst>
              <a:gd name="adj" fmla="val 2368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10-weigh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349240" cy="33467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800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list, flower first / รายการนับ เรียงดอกก่อน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08192" y="1307592"/>
            <a:ext cx="5477256" cy="3474720"/>
          </a:xfrm>
          <a:prstGeom prst="roundRect">
            <a:avLst>
              <a:gd name="adj" fmla="val 2368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10" name="Image 1" descr="/tmp/claude-0/-home-user-DANK-MEDICAL-POS-APP/b4eeae3c-e4a2-507b-bffa-0cae949f2dfb/scratchpad/sop/11-weigh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349240" cy="33467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4800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Tap-to-weigh screen / หน้าชั่งรายตัว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02920" y="505663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41832" y="5029200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product name → its own weighing screen opens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แตะชื่อสินค้า → เปิดหน้าชั่งเฉพาะตัวนั้น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" y="5769864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5769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41832" y="5742432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“⚖ Use this weight” takes the scale value — or type it, or “= n” if it matches the system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“⚖ ใช้ค่านี้” รับค่าจากเครื่องชั่ง หรือพิมพ์เอง หรือกด “= n” ถ้าตรงระบบ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09360" y="505663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0936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748272" y="5029200"/>
            <a:ext cx="4864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Short? The gap shows instantly and a reason is required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ขาด? ผลต่างขึ้นทันที และต้องเลือกเหตุผลก่อนไปต่อ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09360" y="5769864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09360" y="5769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48272" y="5742432"/>
            <a:ext cx="4864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“Next ›” walks the whole list · 🧪 Test scale re-checks any time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“ถัดไป ›” ไล่จนครบ · ปุ่ม 🧪 เช็คเครื่องชั่ง กลับไปเช็คซ้ำได้ตลอด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0292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LIMIT</a:t>
            </a:r>
            <a:pPr indent="0" marL="0">
              <a:buNone/>
            </a:pPr>
            <a:r>
              <a:rPr lang="en-US" sz="10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missing → manager PIN required before clock-out completes.  </a:t>
            </a:r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ของหายเกินเกณฑ์ → ต้องใส่ PIN ผู้จัดการก่อนปิดกะ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04 —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read the shop at a glance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แดชบอร์ด — เห็นทั้งร้านในจอเดียว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6803136" cy="4297680"/>
          </a:xfrm>
          <a:prstGeom prst="roundRect">
            <a:avLst>
              <a:gd name="adj" fmla="val 1915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4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69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+ revenue share + daily trend / ตัวเลขหลัก สัดส่วนรายได้ และแนวโน้มรายวัน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517904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7"/>
          <p:cNvSpPr/>
          <p:nvPr/>
        </p:nvSpPr>
        <p:spPr>
          <a:xfrm>
            <a:off x="7699248" y="1463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&amp; branch filters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เลือกช่วงเวลา (วันนี้/เดือน/ไตรมาส/ปี/กำหนดเอง) และสาขา — ทุกตัวเลขเปลี่ยนตาม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2450592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9"/>
          <p:cNvSpPr/>
          <p:nvPr/>
        </p:nvSpPr>
        <p:spPr>
          <a:xfrm>
            <a:off x="7699248" y="239572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tiles — tap for details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การ์ดตัวเลข แตะดูรายละเอียดได้ทุกใบ (รายได้ บิล กำไรสุทธิ VAT ราคาเฉลี่ย)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338328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7699248" y="332841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branch &amp; category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โดนัท 2 วง: รายได้แยกสาขา และแยกหมวดสินค้า พร้อม % และยอด ฿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98080" y="43159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7699248" y="426110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trend + 7-day average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กราฟเส้น 30 วัน เส้นทองประ = ค่าเฉลี่ย 7 วัน ดูแนวโน้มขึ้น-ลง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98080" y="5248656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5"/>
          <p:cNvSpPr/>
          <p:nvPr/>
        </p:nvSpPr>
        <p:spPr>
          <a:xfrm>
            <a:off x="7699248" y="51937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analyse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ปุ่ม AI วิเคราะห์ อธิบายตัวเลขและแนะนำสิ่งที่ควรทำ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05 — INVENTORY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— receive, move, transfer, waste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สต๊อก — รับของ ย้าย โอน ตัดของเสีย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6803136" cy="4297680"/>
          </a:xfrm>
          <a:prstGeom prst="roundRect">
            <a:avLst>
              <a:gd name="adj" fmla="val 1915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5-st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69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tab / แท็บสต๊อก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39903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6992" y="137160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goods → they land in the back-store (Inactive) first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รับของเข้า → เข้า “หลังร้าน” ก่อนเสมอ ยังขายไม่ได้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2240280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6992" y="221284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“▶ ย้ายเข้าขาย” moves it to Active so it can sell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“▶ ย้ายเข้าขาย” เพื่อย้ายมาหน้าร้าน เริ่มขายได้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3081528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36992" y="3054096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between branches · Waste with photo + reason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โอนข้ามสาขาได้ · ตัดของเสียต้องมีรูป + เหตุผล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3922776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36992" y="3895344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Auto-reorder, expiry alerts, dead-stock and shrinkage reports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แจ้งเตือนสั่งซื้อ/ของใกล้หมดอายุ/ของขายไม่ออก/ของหาย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98080" y="50749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51C1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518464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 Audit log / บันทึกทุกการแก้ไข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— stock, price, customer, void — is written to the audit log with name and time.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ทุกการแก้ไขถูกบันทึกพร้อมชื่อคนทำและเวลา ย้อนดูได้ที่ปุ่ม 🪪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06 — CRM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&amp; member cards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ลูกค้าและบัตรสมาชิก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6803136" cy="4297680"/>
          </a:xfrm>
          <a:prstGeom prst="roundRect">
            <a:avLst>
              <a:gd name="adj" fmla="val 1915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6-c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69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tab / แท็บลูกค้า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44475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6992" y="141732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member gets a DK- card code with QR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สมาชิกทุกคนมีรหัสบัตร DK- พร้อม QR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226771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6992" y="224028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the QR at the till auto-selects the customer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QR ที่หน้าขาย ระบบเลือกลูกค้าให้อัตโนมัติ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309067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36992" y="306324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collect on every purchase; discounts need a selected member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ซื้อทุกครั้งได้แต้ม · ส่วนลดใช้ได้เมื่อเลือกสมาชิกแล้ว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391363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36992" y="388620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history and medical-card records per customer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ดูประวัติซื้อและบันทึกใบรับรองแพทย์รายคน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07 — MONEY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— expenses, budgets, real profit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การเงิน — ค่าใช้จ่าย งบ และกำไรจริง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6803136" cy="4297680"/>
          </a:xfrm>
          <a:prstGeom prst="roundRect">
            <a:avLst>
              <a:gd name="adj" fmla="val 1915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07-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69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tab / แท็บการเงิน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39903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6992" y="137160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expenses by category and branch — or scan the receipt with AI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บันทึกค่าใช้จ่ายตามหมวด/สาขา — หรือสแกนใบเสร็จด้วย AI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226771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6992" y="224028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monthly fixed-cost budgets: 💸 → ✏ แก้งบ (owner only)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ตั้งงบรายเดือน: 💸 → ✏ แก้งบ (เฉพาะ owner)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313639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36992" y="310896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= revenue − cost of goods − fixed costs, shown per branch and per day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กำไรสุทธิ = รายได้ − ต้นทุนสินค้า − ค่าใช้จ่ายคงที่ แยกสาขา/รายวัน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4050792"/>
            <a:ext cx="310896" cy="310896"/>
          </a:xfrm>
          <a:prstGeom prst="ellipse">
            <a:avLst/>
          </a:prstGeom>
          <a:solidFill>
            <a:srgbClr val="1B3B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36992" y="402336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EOD closes the day: cash count vs system, export CSV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EOD ปิดวัน: นับเงินสดเทียบระบบ และ export CSV ได้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498080" y="5989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Petchaboon &amp; Phuket budgets are still ฿0 — set them or their profit reads too high.  </a:t>
            </a:r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งบเพชรบูรณ์/ภูเก็ตยังเป็น 0 ตั้งก่อน ไม่งั้นกำไรโชว์เกินจริง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08 —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 AI — your in-app assistant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Bryan AI — ผู้ช่วยในแอป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571232" y="1399032"/>
            <a:ext cx="4059936" cy="2313432"/>
          </a:xfrm>
          <a:prstGeom prst="roundRect">
            <a:avLst>
              <a:gd name="adj" fmla="val 3557"/>
            </a:avLst>
          </a:prstGeom>
          <a:solidFill>
            <a:srgbClr val="1C2420"/>
          </a:solidFill>
          <a:ln w="12700">
            <a:solidFill>
              <a:srgbClr val="2A342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DANK-MEDICAL-POS-APP/b4eeae3c-e4a2-507b-bffa-0cae949f2dfb/scratchpad/sop/12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3931920" cy="21854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 AI greets on every screen / ผู้ช่วยทักทุกหน้า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6812280" cy="1115568"/>
          </a:xfrm>
          <a:prstGeom prst="roundRect">
            <a:avLst>
              <a:gd name="adj" fmla="val 6557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1591056"/>
            <a:ext cx="64830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Ask anything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strain sold best this week?” “How do I void a bill?” — answers in Thai or English.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ถามได้ทุกเรื่อง — ยอดขาย สต๊อก วิธีใช้งาน ตอบไทย/อังกฤษ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2688336"/>
            <a:ext cx="6812280" cy="1115568"/>
          </a:xfrm>
          <a:prstGeom prst="roundRect">
            <a:avLst>
              <a:gd name="adj" fmla="val 6557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816352"/>
            <a:ext cx="64830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Per-tab analysis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tab has a 🤖 AI button that reads that tab's live numbers and explains them.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ทุกแท็บมีปุ่ม 🤖 อ่านตัวเลขจริงแล้ววิเคราะห์ให้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913632"/>
            <a:ext cx="6812280" cy="1115568"/>
          </a:xfrm>
          <a:prstGeom prst="roundRect">
            <a:avLst>
              <a:gd name="adj" fmla="val 6557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4041648"/>
            <a:ext cx="64830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 Receipt scanning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 supplier receipt → AI reads items and totals into an expense automatically.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ถ่ายรูปใบเสร็จ → AI อ่านรายการ+ยอดเข้าเป็นค่าใช้จ่ายให้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5138928"/>
            <a:ext cx="6812280" cy="1115568"/>
          </a:xfrm>
          <a:prstGeom prst="roundRect">
            <a:avLst>
              <a:gd name="adj" fmla="val 6557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5266944"/>
            <a:ext cx="64830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Writing help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descriptions, daily report summaries, business advice drafts.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ช่วยเขียนคำโฆษณาสินค้า สรุปรายงาน คำแนะนำธุรกิจ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35240" y="39776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151C1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36408" y="4114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AI answers “not configured”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XAI_API_KEY is missing on Vercel. Owner: Vercel → dank-medical-pos-app → Settings → Environment Variables → add XAI_API_KEY → Redeploy.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ถ้า AI ตอบว่า “not configured” คือยังไม่ได้ใส่ XAI_API_KEY บน Vercel — ใส่แล้วกด Redeploy ปุ่ม AI ทั้ง 16 จุดจะกลับมาทำงาน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how the shop is protected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ความปลอดภัยของระบบ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CLINICWORKS POS SOP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00816" cy="1042416"/>
          </a:xfrm>
          <a:prstGeom prst="roundRect">
            <a:avLst>
              <a:gd name="adj" fmla="val 701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45336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PINs never live in the code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PINs are checked on the server (MASTER_PIN / STAFF_PINS env). A fresh browser cannot log in with a leaked PIN.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ไม่อยู่ในโค้ดอีกแล้ว — ตรวจฝั่ง server ผ่าน env เครื่องใหม่ใช้ PIN หลุดไม่ได้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9464"/>
            <a:ext cx="11100816" cy="1042416"/>
          </a:xfrm>
          <a:prstGeom prst="roundRect">
            <a:avLst>
              <a:gd name="adj" fmla="val 701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697480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Data API is locked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/api/storehub/* answers only the POS itself or callers with STAFF_KEY — customers, sales and wages are not public.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ข้อมูลลูกค้า ยอดขาย เงินเดือน ไม่เปิด public — ต้องเป็นแอปเองหรือมี STAFF_KEY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21608"/>
            <a:ext cx="11100816" cy="1042416"/>
          </a:xfrm>
          <a:prstGeom prst="roundRect">
            <a:avLst>
              <a:gd name="adj" fmla="val 701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849624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  Everything is audited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Voids, discounts, stock edits, supplier unlocks — logged with who and when.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 ส่วนลด แก้สต๊อก เปิดดู supplier — บันทึกชื่อ+เวลาทุกครั้ง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873752"/>
            <a:ext cx="11100816" cy="1042416"/>
          </a:xfrm>
          <a:prstGeom prst="roundRect">
            <a:avLst>
              <a:gd name="adj" fmla="val 7018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50017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Roles limit power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Budtenders sell; managers approve voids and shortages; owner edits budgets, suppliers and staff.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พนักงานขายได้อย่างเดียว · ผู้จัดการอนุมัติ void/ของหาย · owner แก้งบ ซัพพลายเออร์ พนักงาน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setup on Vercel (one time): </a:t>
            </a:r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MASTER_PIN (new 6-digit) · XAI_API_KEY · STOREHUB_USER + STOREHUB_KEY → then Redeploy.  </a:t>
            </a:r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ตั้งครั้งเดียวบน Vercel แล้วกด Redeploy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แก้ปัญหาเบื้องต้น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CLINICWORKS POS SOP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00816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94576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Symptom / อาการ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/ วิธีแก้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reads 1000× too small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ชั่งได้น้อยกว่าจริง 1000 เท่า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is sending kg → ⚖ settings → Scale unit → kg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เครื่องส่งเป็น kg → ตั้งหน่วยที่ ⚖ ตั้งค่า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won't connect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ต่อเครื่องชั่งไม่ได้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Chrome/Edge · check the USB data cable · or count with “พิมพ์เอง”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ใช้ Chrome/Edge · เช็คสาย USB · หรือกดพิมพ์เอง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Invalid PIN on a new device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เครื่องใหม่เข้าไม่ได้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your PIN via สมัครสมาชิก → เลือกชื่อของคุณ — or owner sets MASTER_PIN on Vercel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ตั้ง PIN ผ่านเมนูสมัครสมาชิก หรือ owner ตั้ง MASTER_PIN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says “not configured”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ไม่ตอบ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adds XAI_API_KEY on Vercel → Redeploy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ใส่ XAI_API_KEY บน Vercel แล้ว Redeploy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numbers look stale / negative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สต๊อกค้าง/ติดลบ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StoreHub link may be down — check /api/health, fix credentials, recount at next shift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เช็ค /api/health · แก้ credentials · นับใหม่กะถัดไป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shows the wrong language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ภาษาไม่เปลี่ยน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the language selector top-right; the page remounts in the new language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กดเลือกภาษามุมขวาบน หน้าจะโหลดใหม่เป็นภาษานั้น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page at the till</a:t>
            </a:r>
            <a:pPr indent="0" marL="0">
              <a:buNone/>
            </a:pPr>
            <a:r>
              <a:rPr lang="en-US" sz="17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แปะหน้านี้ไว้ที่เคาน์เตอร์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39312" cy="3108960"/>
          </a:xfrm>
          <a:prstGeom prst="roundRect">
            <a:avLst>
              <a:gd name="adj" fmla="val 2647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/ ลิงก์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 →  dank-medical-pos-app.vercel.app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 →  …/clinicworks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 →  …/api/health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 →  github.com/bryank31172-web/DANK-MEDICAL-POS-APP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33672" y="1463040"/>
            <a:ext cx="3639312" cy="3108960"/>
          </a:xfrm>
          <a:prstGeom prst="roundRect">
            <a:avLst>
              <a:gd name="adj" fmla="val 2647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627632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rhythm / กิจวัตร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Clock-in → scale check → count → sell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เข้ากะ → เช็คเครื่องชั่ง → นับ → ขาย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Clock-out → count → cash → report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ออกกะ → นับ → นับเงินสด → ส่งรายงาน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64424" y="1463040"/>
            <a:ext cx="3639312" cy="3108960"/>
          </a:xfrm>
          <a:prstGeom prst="roundRect">
            <a:avLst>
              <a:gd name="adj" fmla="val 2647"/>
            </a:avLst>
          </a:prstGeom>
          <a:solidFill>
            <a:srgbClr val="151C18"/>
          </a:solidFill>
          <a:ln w="12700">
            <a:solidFill>
              <a:srgbClr val="232B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7304" y="1627632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 / กฎเหล็ก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your PIN / ห้ามบอก PIN ใคร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skip the scale check / ห้ามข้ามเช็คเครื่องชั่ง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Shortages need reasons / ของหายต้องมีเหตุผล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unsure → ask 🤖 AI or a manager / ไม่แน่ใจถาม AI หรือผู้จัดการ</a:t>
            </a:r>
            <a:endParaRPr lang="en-US" sz="1350" dirty="0"/>
          </a:p>
        </p:txBody>
      </p:sp>
      <p:pic>
        <p:nvPicPr>
          <p:cNvPr id="11" name="Image 0" descr="/tmp/claude-0/-home-user-DANK-MEDICAL-POS-APP/b4eeae3c-e4a2-507b-bffa-0cae949f2dfb/scratchpad/sop/logo-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74920"/>
            <a:ext cx="2377440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ClinicWorks Cannabis POS — SOP &amp; User Manual · Aug 2026 · bilingual EN/TH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→ ask Bryan AI in the app, or the on-duty manager · สงสัยอะไรถาม Bryan AI ในแอป หรือผู้จัดการกะ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2026-08-11T19:05:33Z</dcterms:created>
  <dcterms:modified xsi:type="dcterms:W3CDTF">2026-08-11T19:05:33Z</dcterms:modified>
</cp:coreProperties>
</file>