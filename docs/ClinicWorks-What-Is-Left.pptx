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code side is finished. Everything on this list is a Vercel setting, a data-entry job, or a decision only the owner can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buckets: one blocker, five Vercel settings, two data-entry jobs, three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amber or red link is a missing environment variable, not missing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break-glass claim-PIN path stays open by design while MASTER_PIN is unset, and closes itself the moment it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plainly: the manual and the product lookups already work. The key only adds free-text reasoning.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Redis instance, two projects. The POS one is a Connect Project click; the site one needs two names copied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skip used to be silent. It now reports itself in the order record and in the LINE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Setting the variable without redeploying is the single most common reason "it did not work".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 reports its own trust level. Filling costs raises it; nothing else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Owner-only by design; every save is written to the audit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promptB is the art-only variant. promptA has lettering baked in and is for IG and menu boards.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questions. Each answer unblocks a cleanup I am deliberately not doing on my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debtor ledger and the SKU margin table were both requested twice — they existed, just buried.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1 to 4 are one visit to Vercel. Item 5 is ongoing data entry and is the one that changes the numbers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583680" cy="6583680"/>
          </a:xfrm>
          <a:prstGeom prst="ellipse">
            <a:avLst/>
          </a:prstGeom>
          <a:solidFill>
            <a:srgbClr val="2C5F2D">
              <a:alpha val="2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417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ClinicWorks POS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สิ่งที่ยังไม่เสร็จ · ทุกการเชื่อมต่อ · ทำยังไง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77240" y="281635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What's still open, every connection, and how to do it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611880"/>
            <a:ext cx="3794760" cy="868680"/>
          </a:xfrm>
          <a:prstGeom prst="roundRect">
            <a:avLst>
              <a:gd name="adj" fmla="val 10526"/>
            </a:avLst>
          </a:prstGeom>
          <a:solidFill>
            <a:srgbClr val="16281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118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โค้ดเสร็จแล้วทั้งหมด
</a:t>
            </a:r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ที่เหลือคือการตั้งค่าและข้อมูล — ไม่ใช่การเขียนโปรแกรม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dank-medical-pos-app.vercel.app  ·  24 สิงหาคม 2026</a:t>
            </a:r>
            <a:endParaRPr lang="en-US" sz="1100" dirty="0"/>
          </a:p>
        </p:txBody>
      </p:sp>
      <p:pic>
        <p:nvPicPr>
          <p:cNvPr id="9" name="Image 0" descr="/home/user/DANK-MEDICAL-POS-APP/docs/deck-shots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502920"/>
            <a:ext cx="2606040" cy="5641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ภาพรวม — เหลืออะไรบ้าง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At a glance: what is actually left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26517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039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68096" y="263347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ตัวบล็อกเดียว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8096" y="301752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MASTER_PIN — nobody can log in until this is set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19856" y="1600200"/>
            <a:ext cx="26517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024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3621024" y="263347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ค่าที่ต้องตั้งใน Vercel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1024" y="301752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env vars across two projects, then Redeploy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72784" y="1600200"/>
            <a:ext cx="26517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473952" y="263347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งานป้อนข้อมูล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73952" y="301752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real costs in StoreHub · branch budgets in-app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25712" y="1600200"/>
            <a:ext cx="265176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73736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A6E8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9326880" y="2633472"/>
            <a:ext cx="2249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เรื่องที่รอเจ้าของตัดสินใจ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326880" y="3017520"/>
            <a:ext cx="2249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nobody else can answer these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4069080"/>
            <a:ext cx="11064240" cy="1847088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27939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ทำไมถึงเหลือแค่นี้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68680" y="4645152"/>
            <a:ext cx="10469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ตัวแอปเชื่อม StoreHub ครบแล้ว (396 สินค้า) · ออเดอร์จากเว็บตัดสต็อกได้แล้วในโค้ด · รูปสินค้าตรงกันทั้ง POS และเว็บ · ลูกหนี้ กำไรต่อ SKU งบสาขา ทำเสร็จหมด
</a:t>
            </a:r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app talks to StoreHub, cuts stock from website orders, matches photos across POS and site, and has the debtor ledger, per-SKU margin and branch budgets. None of that is waiting on more code.
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ที่เหลือคือของที่ผมแตะไม่ได้ — คีย์และค่าตั้งอยู่ในหน้า Vercel, ต้นทุนจริงอยู่ใน StoreHub, และคำตอบบางข้อรู้อยู่คนเดียวคือเจ้าของ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ทุกอย่างต่อกันยังไง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How every piece connects — and which links are not live yet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0136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StoreHub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4944" y="2075688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สินค้า · บิล · ลูกค้า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products, sales, customers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335584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www.dankbangkok.com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" y="3630168"/>
            <a:ext cx="2121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เว็บลูกค้า (คนละ repo)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customer site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48006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4944" y="4910328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xAI (Grok)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5184648"/>
            <a:ext cx="212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ปุ่ม AI ทุกปุ่ม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AI button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23774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1D3325"/>
          </a:solidFill>
          <a:ln w="15875">
            <a:solidFill>
              <a:srgbClr val="97BC6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71416" y="2487168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BRYAN POS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71416" y="2761488"/>
            <a:ext cx="303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/api/storehub/*  ดึงสินค้า/บิล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/api/order  รับออเดอร์จากเว็บ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/api/grok  ผู้ช่วย AI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/api/staff-auth  ตรวจ PIN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สถานะอื่นเก็บใน localStorage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52560" y="1691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0576" y="180136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Upstash Redis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80576" y="207568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กันเดา PIN / จำกัดจำนวนครั้ง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rate limit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80576" y="335584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LINE + Email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80576" y="3630168"/>
            <a:ext cx="2350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แจ้งเตือนออเดอร์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 alerts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52560" y="480060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16281C"/>
          </a:solidFill>
          <a:ln w="15875">
            <a:solidFill>
              <a:srgbClr val="2C5F2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0576" y="4910328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พนักงาน / Staff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80576" y="5184648"/>
            <a:ext cx="2350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แท็บเล็ตหน้าร้าน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2A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shop tablets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944368" y="2240280"/>
            <a:ext cx="1399032" cy="59436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944368" y="3794760"/>
            <a:ext cx="1399032" cy="-365760"/>
          </a:xfrm>
          <a:prstGeom prst="line">
            <a:avLst/>
          </a:prstGeom>
          <a:noFill/>
          <a:ln w="25400">
            <a:solidFill>
              <a:srgbClr val="C8901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944368" y="5303520"/>
            <a:ext cx="1399032" cy="-1280160"/>
          </a:xfrm>
          <a:prstGeom prst="line">
            <a:avLst/>
          </a:prstGeom>
          <a:noFill/>
          <a:ln w="25400">
            <a:solidFill>
              <a:srgbClr val="C8901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635240" y="2834640"/>
            <a:ext cx="1417320" cy="-594360"/>
          </a:xfrm>
          <a:prstGeom prst="line">
            <a:avLst/>
          </a:prstGeom>
          <a:noFill/>
          <a:ln w="25400">
            <a:solidFill>
              <a:srgbClr val="C8901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635240" y="3566160"/>
            <a:ext cx="1417320" cy="228600"/>
          </a:xfrm>
          <a:prstGeom prst="line">
            <a:avLst/>
          </a:prstGeom>
          <a:noFill/>
          <a:ln w="25400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635240" y="4114800"/>
            <a:ext cx="1417320" cy="11887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063240" y="1956816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97BC62"/>
          </a:solidFill>
          <a:ln/>
        </p:spPr>
      </p:sp>
      <p:sp>
        <p:nvSpPr>
          <p:cNvPr id="32" name="Text 30"/>
          <p:cNvSpPr/>
          <p:nvPr/>
        </p:nvSpPr>
        <p:spPr>
          <a:xfrm>
            <a:off x="3063240" y="19568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✅ ต่อแล้ว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063240" y="3913632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C8901B"/>
          </a:solidFill>
          <a:ln/>
        </p:spPr>
      </p:sp>
      <p:sp>
        <p:nvSpPr>
          <p:cNvPr id="34" name="Text 32"/>
          <p:cNvSpPr/>
          <p:nvPr/>
        </p:nvSpPr>
        <p:spPr>
          <a:xfrm>
            <a:off x="3063240" y="39136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 ต้องตั้ง env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063240" y="4590288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C8901B"/>
          </a:solidFill>
          <a:ln/>
        </p:spPr>
      </p:sp>
      <p:sp>
        <p:nvSpPr>
          <p:cNvPr id="36" name="Text 34"/>
          <p:cNvSpPr/>
          <p:nvPr/>
        </p:nvSpPr>
        <p:spPr>
          <a:xfrm>
            <a:off x="3063240" y="45902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 ต้องใส่คีย์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26680" y="2212848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C8901B"/>
          </a:solidFill>
          <a:ln/>
        </p:spPr>
      </p:sp>
      <p:sp>
        <p:nvSpPr>
          <p:cNvPr id="38" name="Text 36"/>
          <p:cNvSpPr/>
          <p:nvPr/>
        </p:nvSpPr>
        <p:spPr>
          <a:xfrm>
            <a:off x="7726680" y="22128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 ยังไม่ผูก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726680" y="3401568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97BC62"/>
          </a:solidFill>
          <a:ln/>
        </p:spPr>
      </p:sp>
      <p:sp>
        <p:nvSpPr>
          <p:cNvPr id="40" name="Text 38"/>
          <p:cNvSpPr/>
          <p:nvPr/>
        </p:nvSpPr>
        <p:spPr>
          <a:xfrm>
            <a:off x="7726680" y="340156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✅ ต่อแล้ว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726680" y="4443984"/>
            <a:ext cx="1371600" cy="256032"/>
          </a:xfrm>
          <a:prstGeom prst="roundRect">
            <a:avLst>
              <a:gd name="adj" fmla="val 28571"/>
            </a:avLst>
          </a:prstGeom>
          <a:solidFill>
            <a:srgbClr val="E8938A"/>
          </a:solidFill>
          <a:ln/>
        </p:spPr>
      </p:sp>
      <p:sp>
        <p:nvSpPr>
          <p:cNvPr id="42" name="Text 40"/>
          <p:cNvSpPr/>
          <p:nvPr/>
        </p:nvSpPr>
        <p:spPr>
          <a:xfrm>
            <a:off x="772668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🔴 ล็อกอินไม่ได้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566928" y="6144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เส้นสีเขียว = ใช้งานได้จริงแล้ว · เส้นเหลือง/แดง = โค้ดพร้อม แต่ยังขาดค่าตั้งค่า   |   Green links work today; amber and red are code-complete but waiting on a setting.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🔴 ข้อ 1 — ตั้ง MASTER_PIN (ตัวบล็อกเดียวที่เหลือ)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Nobody can log in until this exists. Do this one first.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7589520" cy="4553712"/>
          </a:xfrm>
          <a:prstGeom prst="roundRect">
            <a:avLst>
              <a:gd name="adj" fmla="val 2008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783080"/>
            <a:ext cx="6995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PIN 110114 ถูกเผาไปแล้ว </a:t>
            </a:r>
            <a:pPr indent="0" marL="0"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— มันอยู่ในไฟล์ทดสอบใน repo ที่เป็น public ใครก็อ่านได้ ต้องตั้งเลขใหม่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68680" y="236829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68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52728" y="231343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vercel.com → เลือกโปรเจกต์ dank-medical-pos-app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68680" y="289407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52728" y="283921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Settings → Environment Variables → Add New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341985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52728" y="336499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Key = MASTER_PIN  ·  Value = เลข 6 หลักใหม่ (ห้ามใช้ 110114 และห้ามส่งให้ใครทางแชท)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394563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456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52728" y="389077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เพิ่ม MASTER_NAME = Bryan (CEO)  ให้ระบบรู้ว่าเป็นใครตอนลง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447141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471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52728" y="441655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ติ๊กครบทั้ง Production / Preview / Development แล้วกด Save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68680" y="499719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9971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52728" y="494233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ไปแท็บ Deployments → กด ⋯ ที่ตัวบนสุด → Redeploy  (ไม่กด = ค่ายังไม่มีผล)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68680" y="552297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5522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52728" y="5468112"/>
            <a:ext cx="66111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ทดสอบ: เปิดแอป ใส่ PIN ใหม่ ต้องเข้าได้ และ 110114 ต้องเข้าไม่ได้แล้ว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485632" y="1572768"/>
            <a:ext cx="3145536" cy="4553712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32520" y="17373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หน้าที่จะเปลี่ยน</a:t>
            </a:r>
            <a:endParaRPr lang="en-US" sz="1200" dirty="0"/>
          </a:p>
        </p:txBody>
      </p:sp>
      <p:pic>
        <p:nvPicPr>
          <p:cNvPr id="29" name="Image 0" descr="/home/user/DANK-MEDICAL-POS-APP/docs/deck-shots/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2103120"/>
            <a:ext cx="1572768" cy="340156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732520" y="5559552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ตราบใดที่ยังไม่ตั้ง ประตูหลัง "claim PIN" จะยังเปิดอยู่โดยตั้งใจ — ตั้งเสร็จเมื่อไหร่ มันปิดตัวเองทันที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2 — ใส่ XAI_API_KEY ให้ผู้ช่วย AI ตอบได้ทุกคำถาม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assistant already answers products and recipes without a key — this unlocks free-text questions</a:t>
            </a:r>
            <a:endParaRPr lang="en-US" sz="1400" dirty="0"/>
          </a:p>
        </p:txBody>
      </p:sp>
      <p:pic>
        <p:nvPicPr>
          <p:cNvPr id="4" name="Image 0" descr="/home/user/DANK-MEDICAL-POS-APP/docs/deck-shots/08-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3246120" cy="42885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ภาพจริงจากแอป — ถามชื่อสินค้าได้อยู่แล้ววันนี้ ไม่ต้องมีคีย์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133088" y="1600200"/>
            <a:ext cx="74980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407408" y="178308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ทำงานอยู่แล้ว โดยไม่ต้องมีคีย์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407408" y="2121408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ถามชื่อสินค้า (คงเหลือ ราคา ต้นทุน กำไร) · สูตรค็อกเทลทั้ง 14 สูตร · วิธีปิดกะ วิธีรับของ วิธีชั่งของ · ยอดขายวันนี้ · สต๊อกใกล้หมด · สินค้าขายดี — ทั้งหมดอ่านจากข้อมูลในแอปโดยตรง จึงไม่มีทางเดาตัวเลขผิด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 lookups, all 14 bar recipes, the how-to answers and today's numbers are read straight out of app state.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33088" y="3611880"/>
            <a:ext cx="74980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07408" y="37947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ใส่คีย์แล้วได้เพิ่ม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07408" y="419709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9"/>
          <p:cNvSpPr/>
          <p:nvPr/>
        </p:nvSpPr>
        <p:spPr>
          <a:xfrm>
            <a:off x="4407408" y="4197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791456" y="4142232"/>
            <a:ext cx="6565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Vercel → dank-medical-pos-app → Settings → Environment Variables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407408" y="4672584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5" name="Text 12"/>
          <p:cNvSpPr/>
          <p:nvPr/>
        </p:nvSpPr>
        <p:spPr>
          <a:xfrm>
            <a:off x="4407408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91456" y="4617720"/>
            <a:ext cx="6565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XAI_API_KEY = คีย์จากบัญชี xAI เดียวกับที่เว็บร้านใช้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4407408" y="514807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8" name="Text 15"/>
          <p:cNvSpPr/>
          <p:nvPr/>
        </p:nvSpPr>
        <p:spPr>
          <a:xfrm>
            <a:off x="4407408" y="5148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91456" y="5093208"/>
            <a:ext cx="6565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GROK_MODEL = grok-4  (ใส่ไว้ให้ชัด ไม่ต้องเดา)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407408" y="562356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1" name="Text 18"/>
          <p:cNvSpPr/>
          <p:nvPr/>
        </p:nvSpPr>
        <p:spPr>
          <a:xfrm>
            <a:off x="4407408" y="5623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791456" y="5568696"/>
            <a:ext cx="6565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 แล้ว Redeploy — ถามอิสระได้ทันที เช่น "เดือนนี้ควรลดราคาตัวไหน"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3–4 — ต่อ Upstash Redis ให้ครบทั้งสองโปรเจกต์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Without it the PIN-guess limit is per-instance, so guessing can be spread across servers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82880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8105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dank-medical-pos-app (POS)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26771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ตอนนี้ Redis ผูกกับ dankbkk-site อย่างเดียว โปรเจกต์ POS ยังไม่ได้ผูก — /api/staff-auth, /api/grok และ /api/storehub/* จำกัดจำนวนครั้งผ่านมันทั้งหมด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68680" y="319125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191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52728" y="3136392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Vercel → Storage → เลือก Redis ตัวที่มีอยู่แล้ว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3758184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52728" y="3703320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Connect Project → เลือก dank-medical-pos-app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68680" y="432511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52728" y="4270248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Redeploy โปรเจกต์ POS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68680" y="489204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892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52728" y="4837176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โค้ดรับได้ทั้งชื่อ UPSTASH_REDIS_REST_* และ KV_REST_API_* จึงไม่ต้องเปลี่ยนอะไรเพิ่ม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90488" y="1627632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92240" y="1828800"/>
            <a:ext cx="384048" cy="384048"/>
          </a:xfrm>
          <a:prstGeom prst="ellipse">
            <a:avLst/>
          </a:prstGeom>
          <a:solidFill>
            <a:srgbClr val="C8901B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18105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dankbkk-site (เว็บลูกค้า)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2240" y="2267712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 นั้นเป็น private และแยกจากตัวนี้ การแก้ชื่อตัวแปรใน api/_store.js ที่ทำใน POS จึงไปไม่ถึง ต้องเพิ่มชื่อสองตัวด้วยมือ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319125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191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76288" y="3136392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เปิดโปรเจกต์ dankbkk-site → Settings → Environment Variables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0" y="3758184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37581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76288" y="3703320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ก๊อปค่าจาก KV_REST_API_URL   ไปสร้าง UPSTASH_REDIS_REST_URL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92240" y="432511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76288" y="4270248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ก๊อปค่าจาก KV_REST_API_TOKEN ไปสร้าง UPSTASH_REDIS_REST_TOKEN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92240" y="489204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892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876288" y="4837176"/>
            <a:ext cx="4507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 แล้ว Redeploy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5 — เปิด STOREHUB_PUSH_ORDERS=1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 dankbkk-site. Until this is 1, every website order records stock: skipped — and the shop keeps selling what the site already sold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523744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2225">
            <a:solidFill>
              <a:srgbClr val="2C5F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28800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ลูกค้าสั่งบนเว็บ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4944" y="221284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 on site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127248" y="2221992"/>
            <a:ext cx="292608" cy="0"/>
          </a:xfrm>
          <a:prstGeom prst="line">
            <a:avLst/>
          </a:prstGeom>
          <a:noFill/>
          <a:ln w="28575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56432" y="1691640"/>
            <a:ext cx="2523744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2225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828800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/api/order เก็บออเดอร์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84448" y="221284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order stored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16752" y="2221992"/>
            <a:ext cx="292608" cy="0"/>
          </a:xfrm>
          <a:prstGeom prst="line">
            <a:avLst/>
          </a:prstGeom>
          <a:noFill/>
          <a:ln w="28575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45936" y="1691640"/>
            <a:ext cx="2523744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2225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828800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จองสต็อกใน StoreHub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73952" y="221284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stock cut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906256" y="2221992"/>
            <a:ext cx="292608" cy="0"/>
          </a:xfrm>
          <a:prstGeom prst="line">
            <a:avLst/>
          </a:prstGeom>
          <a:noFill/>
          <a:ln w="28575">
            <a:solidFill>
              <a:srgbClr val="97BC6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35440" y="1691640"/>
            <a:ext cx="2523744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2225">
            <a:solidFill>
              <a:srgbClr val="2C5F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1828800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แจ้ง LINE + อีเมล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63456" y="2212848"/>
            <a:ext cx="2267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LINE + email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345936" y="2834640"/>
            <a:ext cx="5285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ขั้นที่ 3 คือขั้นเดียวที่ตัดสต็อกจริง และมันจะไม่ทำงานเลยถ้าไม่ตั้งค่านี้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310128"/>
            <a:ext cx="5532120" cy="2798064"/>
          </a:xfrm>
          <a:prstGeom prst="roundRect">
            <a:avLst>
              <a:gd name="adj" fmla="val 3268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349300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ทำยังไง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68680" y="3895344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52728" y="3840480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Vercel → dankbkk-site → Settings → Environment Variables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68680" y="442569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52728" y="4370832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STOREHUB_PUSH_ORDERS = 1  (เลขหนึ่ง ไม่ใช่ true)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68680" y="4956048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252728" y="490118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 แล้ว Redeploy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68680" y="548640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32" name="Text 30"/>
          <p:cNvSpPr/>
          <p:nvPr/>
        </p:nvSpPr>
        <p:spPr>
          <a:xfrm>
            <a:off x="868680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52728" y="5431536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สั่งซื้อทดสอบ 1 ชิ้น แล้วดูว่า StoreHub สต็อกลดจริง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345936" y="3310128"/>
            <a:ext cx="5285232" cy="2798064"/>
          </a:xfrm>
          <a:prstGeom prst="roundRect">
            <a:avLst>
              <a:gd name="adj" fmla="val 3268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3493008"/>
            <a:ext cx="4718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เช็คได้ยังไงว่าตัดหรือไม่ตัด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3822192"/>
            <a:ext cx="471830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ทุกออเดอร์เก็บสถานะไว้ในตัวมันเอง และข้อความ LINE บอกด้วย: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cut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= ตัดสต็อกเรียบร้อย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skipped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= ยังไม่ได้ตั้ง env (สถานะตอนนี้)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failed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= ตัดไม่สำเร็จ ต้องนับมือ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รายการที่ไม่มี shId จะถูกใส่ใน needsManualCount ให้พนักงานหักเอง — เมื่อก่อนการข้ามนี้เงียบสนิท ร้านเลยขายของที่เว็บขายไปแล้ว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ขั้นตอนใน Vercel — ใช้กับข้อ 1–5 ทุกข้อ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 click path, and the mistake that wastes the whole trip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6858000" cy="4526280"/>
          </a:xfrm>
          <a:prstGeom prst="roundRect">
            <a:avLst>
              <a:gd name="adj" fmla="val 2020"/>
            </a:avLst>
          </a:prstGeom>
          <a:solidFill>
            <a:srgbClr val="16281C"/>
          </a:solidFill>
          <a:ln w="12700">
            <a:solidFill>
              <a:srgbClr val="2438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4825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48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52728" y="19933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เข้า vercel.com แล้วล็อกอินด้วยบัญชี GitHub เดิม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2734056"/>
            <a:ext cx="274320" cy="274320"/>
          </a:xfrm>
          <a:prstGeom prst="ellipse">
            <a:avLst/>
          </a:prstGeom>
          <a:solidFill>
            <a:srgbClr val="16281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734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52728" y="26791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หน้า Dashboard จะเห็นรายชื่อโปรเจกต์ — เลือกให้ถูกตัว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dank-medical-pos-app = แอป POS  |  dankbkk-site = เว็บลูกค้า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419856"/>
            <a:ext cx="274320" cy="274320"/>
          </a:xfrm>
          <a:prstGeom prst="ellipse">
            <a:avLst/>
          </a:prstGeom>
          <a:solidFill>
            <a:srgbClr val="16281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52728" y="33649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แถบบนของโปรเจกต์ → Settings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4105656"/>
            <a:ext cx="274320" cy="274320"/>
          </a:xfrm>
          <a:prstGeom prst="ellipse">
            <a:avLst/>
          </a:prstGeom>
          <a:solidFill>
            <a:srgbClr val="16281C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105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52728" y="40507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เมนูซ้าย → Environment Variables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4791456"/>
            <a:ext cx="274320" cy="274320"/>
          </a:xfrm>
          <a:prstGeom prst="ellipse">
            <a:avLst/>
          </a:prstGeom>
          <a:solidFill>
            <a:srgbClr val="16281C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52728" y="47365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ช่อง Key ใส่ชื่อตัวแปร · ช่อง Value ใส่ค่า · ติ๊ก Production, Preview, Development ให้ครบ → Save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68680" y="5477256"/>
            <a:ext cx="274320" cy="274320"/>
          </a:xfrm>
          <a:prstGeom prst="ellipse">
            <a:avLst/>
          </a:prstGeom>
          <a:solidFill>
            <a:srgbClr val="16281C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477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52728" y="5422392"/>
            <a:ext cx="5925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6E2D6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กลับไปแท็บ Deployments → กด ⋯ ที่บรรทัดบนสุด → Redeploy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99248" y="1600200"/>
            <a:ext cx="3931920" cy="2194560"/>
          </a:xfrm>
          <a:prstGeom prst="roundRect">
            <a:avLst>
              <a:gd name="adj" fmla="val 4167"/>
            </a:avLst>
          </a:prstGeom>
          <a:solidFill>
            <a:srgbClr val="3A1F1C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73568" y="178308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79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⚠ ข้อผิดพลาดที่เจอบ่อยที่สุด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73568" y="2148840"/>
            <a:ext cx="3383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4D2C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ตั้งค่าแล้วไม่กด Redeploy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4D2C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ค่าใหม่จะมีผลกับ deployment ที่สร้างหลังจากนั้นเท่านั้น ของเดิมที่รันอยู่ยังใช้ค่าเก่า — ดูเหมือนตั้งแล้วไม่ทำงาน ทั้งที่แค่ยังไม่ได้ deploy ใหม่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699248" y="3950208"/>
            <a:ext cx="3931920" cy="2176272"/>
          </a:xfrm>
          <a:prstGeom prst="roundRect">
            <a:avLst>
              <a:gd name="adj" fmla="val 4202"/>
            </a:avLst>
          </a:prstGeom>
          <a:solidFill>
            <a:srgbClr val="1D3325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73568" y="41330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🔒 กฎเรื่องคีย์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73568" y="4498848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BDAC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repo นี้เป็น public — ห้ามพิมพ์คีย์ PIN หรือ token ลงในโค้ด ใน commit หรือส่งมาในแชท ที่เดียวที่เก็บได้คือหน้า Environment Variables ของ Vercel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CBDAC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ถ้าเผลอส่งไปแล้ว ให้ถือว่าคีย์นั้นตายแล้ว — ไปเพิกถอนแล้วออกใหม่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🥇 ข้อ 6 — ใส่ต้นทุนจริงใน StoreHub (คุ้มที่สุดในลิสต์)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margin, the net profit and every pricing decision is only as good as this number</a:t>
            </a:r>
            <a:endParaRPr lang="en-US" sz="1400" dirty="0"/>
          </a:p>
        </p:txBody>
      </p:sp>
      <p:pic>
        <p:nvPicPr>
          <p:cNvPr id="4" name="Image 0" descr="/home/user/DANK-MEDICAL-POS-APP/docs/deck-shots/04-sku-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45920"/>
            <a:ext cx="6537960" cy="34838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193792"/>
            <a:ext cx="6537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ภาพจริงจากแอป · กด 📋 กำไรต่อสินค้า ที่หน้า Dashboard — เครื่องหมาย ~ คือตัวที่ยังเดาต้นทุนให้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7360920" y="1645920"/>
            <a:ext cx="4270248" cy="4480560"/>
          </a:xfrm>
          <a:prstGeom prst="roundRect">
            <a:avLst>
              <a:gd name="adj" fmla="val 214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828800"/>
            <a:ext cx="3721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ทำไมข้อนี้สำคัญที่สุด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635240" y="2194560"/>
            <a:ext cx="3721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แอปบอกอยู่แล้วว่ารายได้กี่ % ที่ยืนอยู่บนต้นทุนจริง (ตัวอย่างในภาพ 79.8%) ส่วนที่เหลือเป็นค่าประมาณตามหมวด ตัวเลขกำไรทุกตัวจึงคลาดเคลื่อนตามนั้น
</a:t>
            </a:r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นี่ไม่ใช่งานเขียนโปรแกรม เป็นงานคีย์ข้อมูล — และเป็นข้อที่ให้ผลตอบแทนสูงสุดในลิสต์ทั้งหมด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35240" y="369417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7"/>
          <p:cNvSpPr/>
          <p:nvPr/>
        </p:nvSpPr>
        <p:spPr>
          <a:xfrm>
            <a:off x="7635240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19288" y="3639312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เปิด docs/sku-summary.pdf — เป็นใบงานที่พิมพ์ไปนั่งกรอกได้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635240" y="4261104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3" name="Text 10"/>
          <p:cNvSpPr/>
          <p:nvPr/>
        </p:nvSpPr>
        <p:spPr>
          <a:xfrm>
            <a:off x="7635240" y="42611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019288" y="420624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ในแอป กด ↓ ตารางกำไรทุก SKU เพื่อโหลด CSV — ช่อง no-cost คือรายการที่ยังไม่มีต้นทุน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635240" y="482803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6" name="Text 13"/>
          <p:cNvSpPr/>
          <p:nvPr/>
        </p:nvSpPr>
        <p:spPr>
          <a:xfrm>
            <a:off x="7635240" y="4828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019288" y="477316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ไล่ใส่ใน StoreHub เริ่มจากตัวขายดีก่อน ไม่ต้องทำครบทีเดียว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635240" y="539496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9" name="Text 16"/>
          <p:cNvSpPr/>
          <p:nvPr/>
        </p:nvSpPr>
        <p:spPr>
          <a:xfrm>
            <a:off x="7635240" y="5394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019288" y="534009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🔄 ในแอปเพื่อ sync ใหม่ แล้วดูว่า % ต้นทุนจริงขยับขึ้น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7 — ใส่งบค่าใช้จ่าย เพชรบูรณ์ และ ภูเก็ต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Both sit at 0, so those branches show no fixed cost and their net profit reads too high</a:t>
            </a:r>
            <a:endParaRPr lang="en-US" sz="1400" dirty="0"/>
          </a:p>
        </p:txBody>
      </p:sp>
      <p:pic>
        <p:nvPicPr>
          <p:cNvPr id="4" name="Image 0" descr="/home/user/DANK-MEDICAL-POS-APP/docs/deck-shots/06-bud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6949440" cy="23500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413308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ภาพจริงจากแอป — Petchaboon และ Phuket ยังเป็น 0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4663440"/>
            <a:ext cx="694944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4828032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ต้องล็อกอินด้วยสิทธิ์ Master/CEO เท่านั้นถึงจะเห็นปุ่ม ✏ แก้งบ — พนักงานทั่วไปแก้ตัวเลขงบไม่ได้ และทุกครั้งที่บันทึกจะลง Audit Log ว่าใครแก้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863840" y="1691640"/>
            <a:ext cx="3767328" cy="4416552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874520"/>
            <a:ext cx="3218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เส้นทางในแอป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138160" y="2276856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1" name="Text 8"/>
          <p:cNvSpPr/>
          <p:nvPr/>
        </p:nvSpPr>
        <p:spPr>
          <a:xfrm>
            <a:off x="8138160" y="2276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22208" y="222199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ล็อกอินด้วย PIN ของเจ้าของ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138160" y="2807208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4" name="Text 11"/>
          <p:cNvSpPr/>
          <p:nvPr/>
        </p:nvSpPr>
        <p:spPr>
          <a:xfrm>
            <a:off x="8138160" y="2807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522208" y="27523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แท็บ 💰 การเงิน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138160" y="333756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7" name="Text 14"/>
          <p:cNvSpPr/>
          <p:nvPr/>
        </p:nvSpPr>
        <p:spPr>
          <a:xfrm>
            <a:off x="813816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522208" y="328269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ปุ่มย่อย 💸 ค่าใช้จ่าย Expenses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138160" y="386791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0" name="Text 17"/>
          <p:cNvSpPr/>
          <p:nvPr/>
        </p:nvSpPr>
        <p:spPr>
          <a:xfrm>
            <a:off x="8138160" y="3867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522208" y="381304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✏ แก้งบ Edit Budget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38160" y="4398264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3" name="Text 20"/>
          <p:cNvSpPr/>
          <p:nvPr/>
        </p:nvSpPr>
        <p:spPr>
          <a:xfrm>
            <a:off x="8138160" y="43982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522208" y="434340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ใส่ตัวเลขต่อเดือนของแต่ละสาขา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138160" y="492861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6" name="Text 23"/>
          <p:cNvSpPr/>
          <p:nvPr/>
        </p:nvSpPr>
        <p:spPr>
          <a:xfrm>
            <a:off x="8138160" y="4928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522208" y="48737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กด 💾 บันทึกงบ + ลง Audit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8138160" y="5486400"/>
            <a:ext cx="3218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แอปหารเป็นรายวันให้เอง (÷30) และจำกัดจำนวนวันไว้เท่าที่ผ่านมาจริงในเดือนนั้น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8 — สร้างรูปสินค้า 41 รายการ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plumbing is finished; the pictures are what is missing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051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ไฟล์ที่เตรียมไว้ให้แล้ว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50292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docs/botanical-legends-prompts.pdf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คำสั่งเจนรูป 41 รายการ ในสไตล์การ์ด BOTANICAL LEGENDS ของร้านเอง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handoff/image-jobs.json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ไฟล์เดียวกันในรูปแบบที่ ChatGPT/Codex อ่านต่อได้ทันที
</a:t>
            </a:r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handoff/README-CHATGPT.md
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คู่มือเต็ม ว่าอัปโหลดอะไร สั่งอะไร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68680" y="4434840"/>
            <a:ext cx="5029200" cy="1463040"/>
          </a:xfrm>
          <a:prstGeom prst="roundRect">
            <a:avLst>
              <a:gd name="adj" fmla="val 6250"/>
            </a:avLst>
          </a:prstGeom>
          <a:solidFill>
            <a:srgbClr val="FBF3DE"/>
          </a:solidFill>
          <a:ln w="15875">
            <a:solidFill>
              <a:srgbClr val="C890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4572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7A5A0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ใช้ promptB_artOnly เท่านั้นสำหรับแอปและเว็บ
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5A2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ตัว POS วาดชื่อสินค้ากับราคาทับลงบนรูปเองอยู่แล้ว ถ้าใช้การ์ดที่มีตัวหนังสือฝังมา (promptA) จะกลายเป็นพิมพ์ซ้อนสองชั้น · promptA (3:2 มีตัวหนังสือ) เก็บไว้ใช้กับ IG และป้ายเมนู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46520" y="1627632"/>
            <a:ext cx="5184648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20840" y="1810512"/>
            <a:ext cx="4636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ทำเสร็จแล้วเอาเข้าระบบยังไง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720840" y="2249424"/>
            <a:ext cx="274320" cy="2743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67208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04888" y="219456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อัปโหลด image-jobs.json เข้า ChatGPT แล้วสั่งให้เจนตาม promptB_artOnly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20840" y="2907792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9077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04888" y="285292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เซฟไฟล์ลงโฟลเดอร์ assets/products/ ตั้งชื่อไฟล์ให้ตรงกับ id ในไฟล์งาน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20840" y="3566160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18" name="Text 16"/>
          <p:cNvSpPr/>
          <p:nvPr/>
        </p:nvSpPr>
        <p:spPr>
          <a:xfrm>
            <a:off x="6720840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04888" y="3511296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รัน node handoff/apply-images.mjs --dry เพื่อดูก่อนว่าจะเปลี่ยนกี่รายการ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20840" y="4224528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4224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04888" y="416966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ถ้าจำนวนตรงกับไฟล์ที่ใส่ ค่อยรันจริงโดยตัด --dry ออก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20840" y="4882896"/>
            <a:ext cx="274320" cy="274320"/>
          </a:xfrm>
          <a:prstGeom prst="ellipse">
            <a:avLst/>
          </a:prstGeom>
          <a:solidFill>
            <a:srgbClr val="E4EDE2"/>
          </a:solidFill>
          <a:ln/>
        </p:spPr>
      </p:sp>
      <p:sp>
        <p:nvSpPr>
          <p:cNvPr id="24" name="Text 22"/>
          <p:cNvSpPr/>
          <p:nvPr/>
        </p:nvSpPr>
        <p:spPr>
          <a:xfrm>
            <a:off x="6720840" y="4882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04888" y="4828032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commit แล้ว Vercel deploy เอง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20840" y="5541264"/>
            <a:ext cx="4636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ตอนนี้ products.json มีรูปแค่ 53 จาก ~395 SKU ที่ขายจริง · ตัวที่ไม่มีรูปจะแสดงอิโมจิของหมวดแทน ไม่พัง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9–11 — สามเรื่องที่รอเจ้าของตัดสินใจ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Nobody else can answer these, and each one is blocking a cleanup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529584" cy="448056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28800"/>
            <a:ext cx="402336" cy="402336"/>
          </a:xfrm>
          <a:prstGeom prst="ellipse">
            <a:avLst/>
          </a:prstGeom>
          <a:solidFill>
            <a:srgbClr val="4A6E8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359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ลบโปรเจกต์ Vercel ที่ซ้ำ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dankbkk-site-4jrn · ตรวจแล้ว ลบได้เลย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เช็คกับ Vercel แล้ว: dankbkk-site ถือ dankbangkok.com และ www.dankbangkok.com — ตัวนี้คือของจริง เก็บไว้ · dankbkk-site-4jrn ไม่มีโดเมนของร้านเลย มีแต่ URL .vercel.app ของตัวเอง และไม่มีโค้ดตรงไหนเรียกใช้ · ทั้งคู่ผูก repo เดียวกัน push ทีนึงจึง build สองรอบ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" y="4754880"/>
            <a:ext cx="3017520" cy="1133856"/>
          </a:xfrm>
          <a:prstGeom prst="roundRect">
            <a:avLst>
              <a:gd name="adj" fmla="val 6452"/>
            </a:avLst>
          </a:prstGeom>
          <a:solidFill>
            <a:srgbClr val="EDF3EC"/>
          </a:solidFill>
          <a:ln/>
        </p:spPr>
      </p:sp>
      <p:sp>
        <p:nvSpPr>
          <p:cNvPr id="11" name="Text 9"/>
          <p:cNvSpPr/>
          <p:nvPr/>
        </p:nvSpPr>
        <p:spPr>
          <a:xfrm>
            <a:off x="969264" y="4864608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ต้องการคำตอบ: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Vercel → dankbkk-site-4jrn → Settings → เลื่อนลงล่างสุด → Delete Project  (ผมลบให้ไม่ได้ เครื่องมือที่ต่ออยู่อ่านได้อย่างเดียว)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529584" cy="448056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53712" y="1828800"/>
            <a:ext cx="402336" cy="402336"/>
          </a:xfrm>
          <a:prstGeom prst="ellipse">
            <a:avLst/>
          </a:prstGeom>
          <a:solidFill>
            <a:srgbClr val="4A6E8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53712" y="2359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 HTML ที่ค้างอยู่ใน repo POS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53712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files + i18n.js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553712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staff.html · build-your-joint.html · labels.html · status.html · SUMMARY.html และ i18n.js ที่ทั้งสี่ไฟล์เรียกใช้ — เป็นของเว็บลูกค้าแต่มาอยู่ใน repo นี้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53712" y="4754880"/>
            <a:ext cx="3017520" cy="1133856"/>
          </a:xfrm>
          <a:prstGeom prst="roundRect">
            <a:avLst>
              <a:gd name="adj" fmla="val 6452"/>
            </a:avLst>
          </a:prstGeom>
          <a:solidFill>
            <a:srgbClr val="EDF3EC"/>
          </a:solidFill>
          <a:ln/>
        </p:spPr>
      </p:sp>
      <p:sp>
        <p:nvSpPr>
          <p:cNvPr id="19" name="Text 17"/>
          <p:cNvSpPr/>
          <p:nvPr/>
        </p:nvSpPr>
        <p:spPr>
          <a:xfrm>
            <a:off x="4700016" y="4864608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ต้องการคำตอบ: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ไฟล์ไหนยังใช้อยู่จริงในแต่ละวัน — ผมไม่ลบเองจนกว่าจะได้คำตอบ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28432" y="1627632"/>
            <a:ext cx="3529584" cy="448056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E2E8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84464" y="1828800"/>
            <a:ext cx="402336" cy="402336"/>
          </a:xfrm>
          <a:prstGeom prst="ellipse">
            <a:avLst/>
          </a:prstGeom>
          <a:solidFill>
            <a:srgbClr val="4A6E8A"/>
          </a:solidFill>
          <a:ln/>
        </p:spPr>
      </p:sp>
      <p:sp>
        <p:nvSpPr>
          <p:cNvPr id="22" name="Text 20"/>
          <p:cNvSpPr/>
          <p:nvPr/>
        </p:nvSpPr>
        <p:spPr>
          <a:xfrm>
            <a:off x="8284464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84464" y="235915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เมนูของเว็บลูกค้าจะเอาจากไหน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84464" y="2926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53 curated vs 395 raw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84464" y="32918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products.json 53 รายการ ชื่อสวย มีรูป · หรือ feed จาก POS 395 รายการที่ใช้อยู่ตอนนี้ ซึ่งมีชื่ออย่าง "( Bar ) Tequila shot" โผล่บนเว็บ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84464" y="4754880"/>
            <a:ext cx="3017520" cy="1133856"/>
          </a:xfrm>
          <a:prstGeom prst="roundRect">
            <a:avLst>
              <a:gd name="adj" fmla="val 6452"/>
            </a:avLst>
          </a:prstGeom>
          <a:solidFill>
            <a:srgbClr val="EDF3EC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4864608"/>
            <a:ext cx="2724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ต้องการคำตอบ: 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เลือกอย่างใดอย่างหนึ่ง แล้วผมตั้ง POS_FEED_PATHS ให้ตรงกัน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เสร็จแล้วและตรวจแล้ว — ไม่ต้องถามซ้ำ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Built, tested and live. Two of these were asked for twice because nobody could find them.</a:t>
            </a:r>
            <a:endParaRPr lang="en-US" sz="1400" dirty="0"/>
          </a:p>
        </p:txBody>
      </p:sp>
      <p:pic>
        <p:nvPicPr>
          <p:cNvPr id="4" name="Image 0" descr="/home/user/DANK-MEDICAL-POS-APP/docs/deck-shots/05-debto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0784"/>
            <a:ext cx="5394960" cy="1097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9443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ลูกหนี้ค้างชำระ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" y="32369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Finance · การ์ดบนหน้า Dashboard พาไปให้แล้ว</a:t>
            </a:r>
            <a:endParaRPr lang="en-US" sz="950" dirty="0"/>
          </a:p>
        </p:txBody>
      </p:sp>
      <p:pic>
        <p:nvPicPr>
          <p:cNvPr id="7" name="Image 1" descr="/home/user/DANK-MEDICAL-POS-APP/docs/deck-shots/09-perio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965960"/>
            <a:ext cx="5394960" cy="5760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36208" y="2944368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ปุ่ม ◀ ▶ เลื่อนวัน/เดือน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236208" y="32369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Dashboard · เลื่อนย้อนหลังได้ทุกช่วง แล้วกด ✕ กลับวันนี้</a:t>
            </a:r>
            <a:endParaRPr lang="en-US" sz="950" dirty="0"/>
          </a:p>
        </p:txBody>
      </p:sp>
      <p:pic>
        <p:nvPicPr>
          <p:cNvPr id="10" name="Image 2" descr="/home/user/DANK-MEDICAL-POS-APP/docs/deck-shots/07-te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639312"/>
            <a:ext cx="5394960" cy="160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66928" y="535838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มุมมองหัวหน้า — ใครงานล้น ใครส่งตรงเวลา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566928" y="56509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 · ปุ่มย่อย ทีม Team</a:t>
            </a:r>
            <a:endParaRPr lang="en-US" sz="950" dirty="0"/>
          </a:p>
        </p:txBody>
      </p:sp>
      <p:pic>
        <p:nvPicPr>
          <p:cNvPr id="13" name="Image 3" descr="/home/user/DANK-MEDICAL-POS-APP/docs/deck-shots/02-tabb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3877056"/>
            <a:ext cx="2286000" cy="11521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36208" y="535838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มือถือเหลือ 5 แท็บ</a:t>
            </a: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6236208" y="56509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C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Shift · POS · Stock · CRM · More</a:t>
            </a:r>
            <a:endParaRPr lang="en-US" sz="950" dirty="0"/>
          </a:p>
        </p:txBody>
      </p:sp>
      <p:sp>
        <p:nvSpPr>
          <p:cNvPr id="16" name="Shape 10"/>
          <p:cNvSpPr/>
          <p:nvPr/>
        </p:nvSpPr>
        <p:spPr>
          <a:xfrm>
            <a:off x="8796528" y="3639312"/>
            <a:ext cx="2834640" cy="2286000"/>
          </a:xfrm>
          <a:prstGeom prst="roundRect">
            <a:avLst>
              <a:gd name="adj" fmla="val 4000"/>
            </a:avLst>
          </a:prstGeom>
          <a:solidFill>
            <a:srgbClr val="EDF3EC"/>
          </a:solidFill>
          <a:ln/>
        </p:spPr>
      </p:sp>
      <p:sp>
        <p:nvSpPr>
          <p:cNvPr id="17" name="Text 11"/>
          <p:cNvSpPr/>
          <p:nvPr/>
        </p:nvSpPr>
        <p:spPr>
          <a:xfrm>
            <a:off x="9015984" y="37856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5F2D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เสร็จแล้วด้วย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9015984" y="4114800"/>
            <a:ext cx="239572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รูปสินค้าตรงกันทั้ง POS และเว็บ (เทสต์เทียบ 430 ชื่อ)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ราคาเมนูรวม VAT ตรงกับหน้าร้าน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ผู้ช่วยตอบชื่อสินค้าและสูตรบาร์ได้เอง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เปิด/ปิดกะมีเช็คลิสต์ 7 ข้อ ลง Audit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A3A2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· บาร์ 14 สูตร พร้อมต้นทุนต่อแก้ว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ทำตามลำดับนี้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 them in this order — the first three take one visit to Vercel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05356"/>
            <a:ext cx="310896" cy="31089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053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16093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 MASTER_PIN + MASTER_NAME แล้ว Redeploy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25296" y="18745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only thing blocking login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778240" y="1572768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นาที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2244852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11" name="Shape 9"/>
          <p:cNvSpPr/>
          <p:nvPr/>
        </p:nvSpPr>
        <p:spPr>
          <a:xfrm>
            <a:off x="749808" y="2377440"/>
            <a:ext cx="310896" cy="310896"/>
          </a:xfrm>
          <a:prstGeom prst="ellipse">
            <a:avLst/>
          </a:prstGeom>
          <a:solidFill>
            <a:srgbClr val="C8901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2377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25296" y="22814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 XAI_API_KEY + GROK_MODEL ในรอบเดียวกัน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225296" y="25466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unlocks free-text AI answers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778240" y="2244852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นาที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2916936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049524"/>
            <a:ext cx="310896" cy="310896"/>
          </a:xfrm>
          <a:prstGeom prst="ellipse">
            <a:avLst/>
          </a:prstGeom>
          <a:solidFill>
            <a:srgbClr val="C8901B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0495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25296" y="2953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Connect Redis เข้ากับโปรเจกต์ POS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25296" y="32186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makes the PIN-guess limit real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778240" y="2916936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 นาที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589020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23" name="Shape 21"/>
          <p:cNvSpPr/>
          <p:nvPr/>
        </p:nvSpPr>
        <p:spPr>
          <a:xfrm>
            <a:off x="749808" y="3721608"/>
            <a:ext cx="310896" cy="310896"/>
          </a:xfrm>
          <a:prstGeom prst="ellipse">
            <a:avLst/>
          </a:prstGeom>
          <a:solidFill>
            <a:srgbClr val="C8901B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3721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25296" y="362559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ตั้ง STOREHUB_PUSH_ORDERS=1 + สอง UPSTASH_* บน dankbkk-site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225296" y="38907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website orders start cutting stock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778240" y="3589020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890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นาที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61104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" y="4393692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" y="43936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225296" y="42976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ใส่ต้นทุนจริงใน StoreHub เริ่มจากตัวขายดี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225296" y="456285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highest value on the whole list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778240" y="4261104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ทำเรื่อย ๆ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4933188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35" name="Shape 33"/>
          <p:cNvSpPr/>
          <p:nvPr/>
        </p:nvSpPr>
        <p:spPr>
          <a:xfrm>
            <a:off x="749808" y="5065776"/>
            <a:ext cx="310896" cy="310896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36" name="Text 34"/>
          <p:cNvSpPr/>
          <p:nvPr/>
        </p:nvSpPr>
        <p:spPr>
          <a:xfrm>
            <a:off x="749808" y="50657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225296" y="496976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ใส่งบเพชรบูรณ์/ภูเก็ต ในแอป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225296" y="523494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Finance → 💸 → ✏ แก้งบ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778240" y="4933188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นาที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66928" y="5605272"/>
            <a:ext cx="11064240" cy="576072"/>
          </a:xfrm>
          <a:prstGeom prst="roundRect">
            <a:avLst>
              <a:gd name="adj" fmla="val 12698"/>
            </a:avLst>
          </a:prstGeom>
          <a:solidFill>
            <a:srgbClr val="16281C"/>
          </a:solidFill>
          <a:ln/>
        </p:spPr>
      </p:sp>
      <p:sp>
        <p:nvSpPr>
          <p:cNvPr id="41" name="Shape 39"/>
          <p:cNvSpPr/>
          <p:nvPr/>
        </p:nvSpPr>
        <p:spPr>
          <a:xfrm>
            <a:off x="749808" y="5737860"/>
            <a:ext cx="310896" cy="310896"/>
          </a:xfrm>
          <a:prstGeom prst="ellipse">
            <a:avLst/>
          </a:prstGeom>
          <a:solidFill>
            <a:srgbClr val="7FA8C4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7378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1A1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225296" y="56418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ตอบสามคำถามหน้าที่แล้ว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225296" y="590702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C9C9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unblocks three cleanups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8778240" y="5605272"/>
            <a:ext cx="26517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FA8C4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แค่ตอบ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66928" y="63276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7BC6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ข้อ 1–4 คือหน้า Vercel ทั้งหมด ทำรวดเดียวได้ในครั้งเดียว · ข้อ 5–6 อยู่ในแอปและ StoreHub · ข้อ 7 แค่ตอบกลับมา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ClinicWorks POS — What Is Left</dc:title>
  <dc:subject>PptxGenJS Presentation</dc:subject>
  <dc:creator>ClinicWorks POS</dc:creator>
  <cp:lastModifiedBy>ClinicWorks POS</cp:lastModifiedBy>
  <cp:revision>1</cp:revision>
  <dcterms:created xsi:type="dcterms:W3CDTF">2026-08-25T05:44:07Z</dcterms:created>
  <dcterms:modified xsi:type="dcterms:W3CDTF">2026-08-25T05:44:07Z</dcterms:modified>
</cp:coreProperties>
</file>